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6"/>
  </p:notesMasterIdLst>
  <p:sldIdLst>
    <p:sldId id="256" r:id="rId2"/>
    <p:sldId id="259" r:id="rId3"/>
    <p:sldId id="260" r:id="rId4"/>
    <p:sldId id="258" r:id="rId5"/>
  </p:sldIdLst>
  <p:sldSz cx="21599525" cy="71643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3C0E3B-1BCF-43A5-9BFC-28A61010C6A7}" v="517" dt="2026-09-11T19:42:19.4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82" autoAdjust="0"/>
    <p:restoredTop sz="89588" autoAdjust="0"/>
  </p:normalViewPr>
  <p:slideViewPr>
    <p:cSldViewPr snapToGrid="0">
      <p:cViewPr>
        <p:scale>
          <a:sx n="150" d="100"/>
          <a:sy n="150" d="100"/>
        </p:scale>
        <p:origin x="-3000" y="-2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h St. Hilaire" userId="9d0a7af2-d0bd-4748-b50b-5cc37e0fdaa3" providerId="ADAL" clId="{58AAB240-BB3C-43BA-87E9-80C5D70C8BCC}"/>
    <pc:docChg chg="undo redo custSel addSld delSld modSld sldOrd modMainMaster delSection modSection">
      <pc:chgData name="Jonah St. Hilaire" userId="9d0a7af2-d0bd-4748-b50b-5cc37e0fdaa3" providerId="ADAL" clId="{58AAB240-BB3C-43BA-87E9-80C5D70C8BCC}" dt="2026-09-11T19:45:11.002" v="4479" actId="404"/>
      <pc:docMkLst>
        <pc:docMk/>
      </pc:docMkLst>
      <pc:sldChg chg="delSp modSp mod">
        <pc:chgData name="Jonah St. Hilaire" userId="9d0a7af2-d0bd-4748-b50b-5cc37e0fdaa3" providerId="ADAL" clId="{58AAB240-BB3C-43BA-87E9-80C5D70C8BCC}" dt="2026-09-11T19:45:11.002" v="4479" actId="404"/>
        <pc:sldMkLst>
          <pc:docMk/>
          <pc:sldMk cId="2146513051" sldId="256"/>
        </pc:sldMkLst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6" creationId="{B83EDB41-36AA-14EA-AE93-71897304EEC6}"/>
          </ac:spMkLst>
        </pc:spChg>
        <pc:spChg chg="mod">
          <ac:chgData name="Jonah St. Hilaire" userId="9d0a7af2-d0bd-4748-b50b-5cc37e0fdaa3" providerId="ADAL" clId="{58AAB240-BB3C-43BA-87E9-80C5D70C8BCC}" dt="2026-09-11T19:43:41.259" v="4438" actId="1035"/>
          <ac:spMkLst>
            <pc:docMk/>
            <pc:sldMk cId="2146513051" sldId="256"/>
            <ac:spMk id="8" creationId="{6E38D3CA-4F2B-074C-CC8C-BB29FA3284E9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1" creationId="{E75A34E2-2C5D-92F5-EB46-6D97F26963E5}"/>
          </ac:spMkLst>
        </pc:spChg>
        <pc:spChg chg="mod">
          <ac:chgData name="Jonah St. Hilaire" userId="9d0a7af2-d0bd-4748-b50b-5cc37e0fdaa3" providerId="ADAL" clId="{58AAB240-BB3C-43BA-87E9-80C5D70C8BCC}" dt="2026-09-11T19:41:25.176" v="4370" actId="1036"/>
          <ac:spMkLst>
            <pc:docMk/>
            <pc:sldMk cId="2146513051" sldId="256"/>
            <ac:spMk id="16" creationId="{9B572E79-4EE9-46D1-02D8-685722E7F280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0" creationId="{A72100E7-3E80-050D-C9FF-C2D32132132B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1" creationId="{D5059A89-8575-966A-D743-49D2A33FBE39}"/>
          </ac:spMkLst>
        </pc:spChg>
        <pc:spChg chg="mod">
          <ac:chgData name="Jonah St. Hilaire" userId="9d0a7af2-d0bd-4748-b50b-5cc37e0fdaa3" providerId="ADAL" clId="{58AAB240-BB3C-43BA-87E9-80C5D70C8BCC}" dt="2026-09-11T19:44:49.436" v="4464" actId="403"/>
          <ac:spMkLst>
            <pc:docMk/>
            <pc:sldMk cId="2146513051" sldId="256"/>
            <ac:spMk id="32" creationId="{1386C0DC-BE5D-E1A6-8CF5-6234E8BE8454}"/>
          </ac:spMkLst>
        </pc:spChg>
        <pc:spChg chg="mod">
          <ac:chgData name="Jonah St. Hilaire" userId="9d0a7af2-d0bd-4748-b50b-5cc37e0fdaa3" providerId="ADAL" clId="{58AAB240-BB3C-43BA-87E9-80C5D70C8BCC}" dt="2026-09-11T19:44:07.728" v="4444" actId="1076"/>
          <ac:spMkLst>
            <pc:docMk/>
            <pc:sldMk cId="2146513051" sldId="256"/>
            <ac:spMk id="33" creationId="{0AB35D2B-BAB3-643A-FB75-CB06F3316D76}"/>
          </ac:spMkLst>
        </pc:spChg>
        <pc:spChg chg="mod">
          <ac:chgData name="Jonah St. Hilaire" userId="9d0a7af2-d0bd-4748-b50b-5cc37e0fdaa3" providerId="ADAL" clId="{58AAB240-BB3C-43BA-87E9-80C5D70C8BCC}" dt="2026-09-11T19:44:00.363" v="4443" actId="403"/>
          <ac:spMkLst>
            <pc:docMk/>
            <pc:sldMk cId="2146513051" sldId="256"/>
            <ac:spMk id="34" creationId="{9DF4FAE0-F0D6-F5CE-BDBE-5B08162D619F}"/>
          </ac:spMkLst>
        </pc:spChg>
        <pc:spChg chg="mod">
          <ac:chgData name="Jonah St. Hilaire" userId="9d0a7af2-d0bd-4748-b50b-5cc37e0fdaa3" providerId="ADAL" clId="{58AAB240-BB3C-43BA-87E9-80C5D70C8BCC}" dt="2026-09-11T19:43:37.629" v="4437" actId="1036"/>
          <ac:spMkLst>
            <pc:docMk/>
            <pc:sldMk cId="2146513051" sldId="256"/>
            <ac:spMk id="37" creationId="{40FFD7F4-7962-FD3B-3777-3CEC889EBCED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2" creationId="{BAF246EB-88C1-DA45-89CD-0D8EC954B750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4" creationId="{89D8ECB8-4C37-9939-224C-2F916D7D4415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45" creationId="{63951CB6-8BB1-BF54-DCB9-AA31533CB284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7" creationId="{1240F4F8-6E42-2EBC-F80B-32DF0FDB52AC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58" creationId="{496795BA-2CBB-90A3-814B-79719B9BBC37}"/>
          </ac:spMkLst>
        </pc:spChg>
        <pc:spChg chg="mod">
          <ac:chgData name="Jonah St. Hilaire" userId="9d0a7af2-d0bd-4748-b50b-5cc37e0fdaa3" providerId="ADAL" clId="{58AAB240-BB3C-43BA-87E9-80C5D70C8BCC}" dt="2026-09-11T19:41:13.241" v="4359" actId="1036"/>
          <ac:spMkLst>
            <pc:docMk/>
            <pc:sldMk cId="2146513051" sldId="256"/>
            <ac:spMk id="60" creationId="{C8E0730E-08D7-48F1-0203-8F99765B6B47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3" creationId="{8AEF28B0-0666-13F1-943C-75DC7EDA0DC8}"/>
          </ac:spMkLst>
        </pc:spChg>
        <pc:spChg chg="mod">
          <ac:chgData name="Jonah St. Hilaire" userId="9d0a7af2-d0bd-4748-b50b-5cc37e0fdaa3" providerId="ADAL" clId="{58AAB240-BB3C-43BA-87E9-80C5D70C8BCC}" dt="2026-09-11T19:45:11.002" v="4479" actId="404"/>
          <ac:spMkLst>
            <pc:docMk/>
            <pc:sldMk cId="2146513051" sldId="256"/>
            <ac:spMk id="64" creationId="{5AE4D647-12E4-63B8-8E23-4C628E3450ED}"/>
          </ac:spMkLst>
        </pc:spChg>
        <pc:spChg chg="mod">
          <ac:chgData name="Jonah St. Hilaire" userId="9d0a7af2-d0bd-4748-b50b-5cc37e0fdaa3" providerId="ADAL" clId="{58AAB240-BB3C-43BA-87E9-80C5D70C8BCC}" dt="2026-09-11T19:44:33.744" v="4457" actId="403"/>
          <ac:spMkLst>
            <pc:docMk/>
            <pc:sldMk cId="2146513051" sldId="256"/>
            <ac:spMk id="65" creationId="{0181757A-D4A9-1234-7B46-33105EC09528}"/>
          </ac:spMkLst>
        </pc:spChg>
        <pc:spChg chg="mod">
          <ac:chgData name="Jonah St. Hilaire" userId="9d0a7af2-d0bd-4748-b50b-5cc37e0fdaa3" providerId="ADAL" clId="{58AAB240-BB3C-43BA-87E9-80C5D70C8BCC}" dt="2026-09-11T19:44:16.802" v="4448" actId="403"/>
          <ac:spMkLst>
            <pc:docMk/>
            <pc:sldMk cId="2146513051" sldId="256"/>
            <ac:spMk id="77" creationId="{4F10A811-C916-C1B7-8F86-E8C58CA42954}"/>
          </ac:spMkLst>
        </pc:spChg>
        <pc:spChg chg="mod">
          <ac:chgData name="Jonah St. Hilaire" userId="9d0a7af2-d0bd-4748-b50b-5cc37e0fdaa3" providerId="ADAL" clId="{58AAB240-BB3C-43BA-87E9-80C5D70C8BCC}" dt="2026-09-11T19:44:21.335" v="4451" actId="403"/>
          <ac:spMkLst>
            <pc:docMk/>
            <pc:sldMk cId="2146513051" sldId="256"/>
            <ac:spMk id="78" creationId="{BFD102BA-6CE4-F21A-FDEB-6F498DFB0B40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8" creationId="{6C4FB42C-ED7B-A13E-6818-91AF4EC4425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89" creationId="{AA558997-D675-E1D5-6F4F-AB03FA3A08CA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2" creationId="{82ED4FA1-EBBA-1351-16FD-DB796BC45792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3" creationId="{32B456B9-5CA5-79AD-5C57-40CD2DC13639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6" creationId="{BE276FAD-A782-E56D-7AC5-CCA5233A7EAC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97" creationId="{EBE19CC2-2D1C-9846-8F7F-ABD6FEE7D5BF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8" creationId="{D337B50A-BDB0-ED78-78EE-47FEF43C996C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99" creationId="{6D2CEEDC-95B7-6274-5D38-8F7647E5AD1E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07" creationId="{00862D5D-89D9-1C8F-51C5-27E340933F1E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09" creationId="{65AC5ADB-737D-61AB-BF25-3C829FC73927}"/>
          </ac:spMkLst>
        </pc:spChg>
        <pc:spChg chg="mod">
          <ac:chgData name="Jonah St. Hilaire" userId="9d0a7af2-d0bd-4748-b50b-5cc37e0fdaa3" providerId="ADAL" clId="{58AAB240-BB3C-43BA-87E9-80C5D70C8BCC}" dt="2026-09-11T19:41:38.108" v="4383" actId="1036"/>
          <ac:spMkLst>
            <pc:docMk/>
            <pc:sldMk cId="2146513051" sldId="256"/>
            <ac:spMk id="110" creationId="{26D58B9F-42F1-9BCC-941A-095CED9C9845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1" creationId="{FF65FBFA-5F4E-EA35-2195-0A9259F29D6B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12" creationId="{9D9F370F-0942-DB9B-9C6B-19C196337AA7}"/>
          </ac:spMkLst>
        </pc:spChg>
        <pc:spChg chg="mod">
          <ac:chgData name="Jonah St. Hilaire" userId="9d0a7af2-d0bd-4748-b50b-5cc37e0fdaa3" providerId="ADAL" clId="{58AAB240-BB3C-43BA-87E9-80C5D70C8BCC}" dt="2026-09-11T19:41:05.336" v="4347" actId="1036"/>
          <ac:spMkLst>
            <pc:docMk/>
            <pc:sldMk cId="2146513051" sldId="256"/>
            <ac:spMk id="130" creationId="{B8BA0527-89F1-F54F-E384-DED6E70E352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1" creationId="{183448E2-2BD4-2408-065C-797FAA4FB890}"/>
          </ac:spMkLst>
        </pc:spChg>
        <pc:spChg chg="mod">
          <ac:chgData name="Jonah St. Hilaire" userId="9d0a7af2-d0bd-4748-b50b-5cc37e0fdaa3" providerId="ADAL" clId="{58AAB240-BB3C-43BA-87E9-80C5D70C8BCC}" dt="2026-09-11T19:40:53.194" v="4332" actId="255"/>
          <ac:spMkLst>
            <pc:docMk/>
            <pc:sldMk cId="2146513051" sldId="256"/>
            <ac:spMk id="132" creationId="{40D9F3A1-B3C0-4780-53EE-BF3A49715499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7" creationId="{7A91C365-E272-A7A8-72F8-0C6EAA6571A6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8" creationId="{541F7C72-DA74-88C7-E851-CA76BF702FA0}"/>
          </ac:spMkLst>
        </pc:spChg>
        <pc:spChg chg="mod">
          <ac:chgData name="Jonah St. Hilaire" userId="9d0a7af2-d0bd-4748-b50b-5cc37e0fdaa3" providerId="ADAL" clId="{58AAB240-BB3C-43BA-87E9-80C5D70C8BCC}" dt="2026-09-11T19:40:45.958" v="4331" actId="1035"/>
          <ac:spMkLst>
            <pc:docMk/>
            <pc:sldMk cId="2146513051" sldId="256"/>
            <ac:spMk id="169" creationId="{D51DF3CF-A247-D9DE-D13D-8511D88FC1BE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2146513051" sldId="256"/>
            <ac:spMk id="171" creationId="{86900D28-1155-6956-45F5-C1E9A1E20329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1" creationId="{4FEC0430-BCB2-ED36-4F61-E48D7CC409B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2" creationId="{0BA7A267-02AE-ED5A-4357-FA9586BADF60}"/>
          </ac:spMkLst>
        </pc:spChg>
        <pc:spChg chg="mod">
          <ac:chgData name="Jonah St. Hilaire" userId="9d0a7af2-d0bd-4748-b50b-5cc37e0fdaa3" providerId="ADAL" clId="{58AAB240-BB3C-43BA-87E9-80C5D70C8BCC}" dt="2026-09-11T19:40:29.945" v="4319" actId="1035"/>
          <ac:spMkLst>
            <pc:docMk/>
            <pc:sldMk cId="2146513051" sldId="256"/>
            <ac:spMk id="183" creationId="{831252E2-6EC7-3469-378C-4D412F621E58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7" creationId="{C61CF715-E018-A8D6-DC80-2AC5A853FF67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8" creationId="{14CEDF8D-2161-912C-A781-D9C037891793}"/>
          </ac:spMkLst>
        </pc:spChg>
        <pc:spChg chg="mod">
          <ac:chgData name="Jonah St. Hilaire" userId="9d0a7af2-d0bd-4748-b50b-5cc37e0fdaa3" providerId="ADAL" clId="{58AAB240-BB3C-43BA-87E9-80C5D70C8BCC}" dt="2026-09-11T19:40:22.631" v="4300" actId="403"/>
          <ac:spMkLst>
            <pc:docMk/>
            <pc:sldMk cId="2146513051" sldId="256"/>
            <ac:spMk id="199" creationId="{EE9BB093-D518-4098-0E55-D962D8FA463E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4" creationId="{BB2E6544-E730-3343-3B74-A0224ECD92BD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15" creationId="{0206A952-A0B7-9CE1-534A-DCF70B45E673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2" creationId="{4599AF82-6AFC-BA5B-9099-72F93A2D41A4}"/>
          </ac:spMkLst>
        </pc:spChg>
        <pc:spChg chg="mod">
          <ac:chgData name="Jonah St. Hilaire" userId="9d0a7af2-d0bd-4748-b50b-5cc37e0fdaa3" providerId="ADAL" clId="{58AAB240-BB3C-43BA-87E9-80C5D70C8BCC}" dt="2026-09-11T19:39:49.107" v="4276" actId="1035"/>
          <ac:spMkLst>
            <pc:docMk/>
            <pc:sldMk cId="2146513051" sldId="256"/>
            <ac:spMk id="233" creationId="{9796933C-EB48-8BDA-1F51-F533CF634B10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2" creationId="{C1C72D86-28AC-0AE7-7175-728507128CBE}"/>
          </ac:spMkLst>
        </pc:spChg>
        <pc:spChg chg="mod">
          <ac:chgData name="Jonah St. Hilaire" userId="9d0a7af2-d0bd-4748-b50b-5cc37e0fdaa3" providerId="ADAL" clId="{58AAB240-BB3C-43BA-87E9-80C5D70C8BCC}" dt="2026-09-11T19:42:58.551" v="4425" actId="403"/>
          <ac:spMkLst>
            <pc:docMk/>
            <pc:sldMk cId="2146513051" sldId="256"/>
            <ac:spMk id="243" creationId="{BCEDB6FD-6EFC-C660-5B37-D17C0D38F7A3}"/>
          </ac:spMkLst>
        </pc:spChg>
        <pc:spChg chg="mod">
          <ac:chgData name="Jonah St. Hilaire" userId="9d0a7af2-d0bd-4748-b50b-5cc37e0fdaa3" providerId="ADAL" clId="{58AAB240-BB3C-43BA-87E9-80C5D70C8BCC}" dt="2026-09-11T19:42:19.470" v="4403"/>
          <ac:spMkLst>
            <pc:docMk/>
            <pc:sldMk cId="2146513051" sldId="256"/>
            <ac:spMk id="256" creationId="{CF54F100-5F9C-26BE-496D-7CC603DCF543}"/>
          </ac:spMkLst>
        </pc:spChg>
        <pc:spChg chg="mod">
          <ac:chgData name="Jonah St. Hilaire" userId="9d0a7af2-d0bd-4748-b50b-5cc37e0fdaa3" providerId="ADAL" clId="{58AAB240-BB3C-43BA-87E9-80C5D70C8BCC}" dt="2026-09-11T19:42:29.283" v="4409" actId="1076"/>
          <ac:spMkLst>
            <pc:docMk/>
            <pc:sldMk cId="2146513051" sldId="256"/>
            <ac:spMk id="261" creationId="{70D67868-CD95-726A-B878-BD8A2E325BEA}"/>
          </ac:spMkLst>
        </pc:spChg>
        <pc:spChg chg="mod">
          <ac:chgData name="Jonah St. Hilaire" userId="9d0a7af2-d0bd-4748-b50b-5cc37e0fdaa3" providerId="ADAL" clId="{58AAB240-BB3C-43BA-87E9-80C5D70C8BCC}" dt="2026-09-11T19:42:33.452" v="4414" actId="1076"/>
          <ac:spMkLst>
            <pc:docMk/>
            <pc:sldMk cId="2146513051" sldId="256"/>
            <ac:spMk id="262" creationId="{8D797FBD-0F76-355A-4CB0-B7640A343944}"/>
          </ac:spMkLst>
        </pc:spChg>
        <pc:spChg chg="mod">
          <ac:chgData name="Jonah St. Hilaire" userId="9d0a7af2-d0bd-4748-b50b-5cc37e0fdaa3" providerId="ADAL" clId="{58AAB240-BB3C-43BA-87E9-80C5D70C8BCC}" dt="2026-09-11T19:41:59.555" v="4398" actId="1076"/>
          <ac:spMkLst>
            <pc:docMk/>
            <pc:sldMk cId="2146513051" sldId="256"/>
            <ac:spMk id="268" creationId="{5AEB7D84-ADC9-64F8-1E64-F17685165FCB}"/>
          </ac:spMkLst>
        </pc:spChg>
        <pc:spChg chg="mod">
          <ac:chgData name="Jonah St. Hilaire" userId="9d0a7af2-d0bd-4748-b50b-5cc37e0fdaa3" providerId="ADAL" clId="{58AAB240-BB3C-43BA-87E9-80C5D70C8BCC}" dt="2026-09-11T19:41:55.764" v="4397" actId="1076"/>
          <ac:spMkLst>
            <pc:docMk/>
            <pc:sldMk cId="2146513051" sldId="256"/>
            <ac:spMk id="270" creationId="{AE8C5729-64C5-C219-0671-C26A27F96322}"/>
          </ac:spMkLst>
        </pc:spChg>
        <pc:graphicFrameChg chg="del">
          <ac:chgData name="Jonah St. Hilaire" userId="9d0a7af2-d0bd-4748-b50b-5cc37e0fdaa3" providerId="ADAL" clId="{58AAB240-BB3C-43BA-87E9-80C5D70C8BCC}" dt="2026-09-11T16:13:40.666" v="1711" actId="478"/>
          <ac:graphicFrameMkLst>
            <pc:docMk/>
            <pc:sldMk cId="2146513051" sldId="256"/>
            <ac:graphicFrameMk id="283" creationId="{7A3028CF-12C4-813E-248F-E6C662F4D679}"/>
          </ac:graphicFrameMkLst>
        </pc:graphicFrameChg>
        <pc:picChg chg="mod">
          <ac:chgData name="Jonah St. Hilaire" userId="9d0a7af2-d0bd-4748-b50b-5cc37e0fdaa3" providerId="ADAL" clId="{58AAB240-BB3C-43BA-87E9-80C5D70C8BCC}" dt="2026-09-11T19:45:00.193" v="4473" actId="1036"/>
          <ac:picMkLst>
            <pc:docMk/>
            <pc:sldMk cId="2146513051" sldId="256"/>
            <ac:picMk id="141" creationId="{E753FB3D-F792-BC07-25AD-5A4BF2388368}"/>
          </ac:picMkLst>
        </pc:pic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59" creationId="{E08F68F7-5D7A-FCCC-78C5-301A641491AF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61" creationId="{76BE2F4C-E009-A9C7-3BF3-B9C1AD40E63A}"/>
          </ac:cxnSpMkLst>
        </pc:cxnChg>
        <pc:cxnChg chg="mod">
          <ac:chgData name="Jonah St. Hilaire" userId="9d0a7af2-d0bd-4748-b50b-5cc37e0fdaa3" providerId="ADAL" clId="{58AAB240-BB3C-43BA-87E9-80C5D70C8BCC}" dt="2026-09-11T19:43:41.259" v="4438" actId="1035"/>
          <ac:cxnSpMkLst>
            <pc:docMk/>
            <pc:sldMk cId="2146513051" sldId="256"/>
            <ac:cxnSpMk id="71" creationId="{C2D0C3F5-0A51-78A2-FEC1-FBA91F5F50AC}"/>
          </ac:cxnSpMkLst>
        </pc:cxnChg>
        <pc:cxnChg chg="mod">
          <ac:chgData name="Jonah St. Hilaire" userId="9d0a7af2-d0bd-4748-b50b-5cc37e0fdaa3" providerId="ADAL" clId="{58AAB240-BB3C-43BA-87E9-80C5D70C8BCC}" dt="2026-09-11T19:43:37.629" v="4437" actId="1036"/>
          <ac:cxnSpMkLst>
            <pc:docMk/>
            <pc:sldMk cId="2146513051" sldId="256"/>
            <ac:cxnSpMk id="81" creationId="{3FCCD247-E641-CE21-4D09-50B717AA506F}"/>
          </ac:cxnSpMkLst>
        </pc:cxnChg>
        <pc:cxnChg chg="mod">
          <ac:chgData name="Jonah St. Hilaire" userId="9d0a7af2-d0bd-4748-b50b-5cc37e0fdaa3" providerId="ADAL" clId="{58AAB240-BB3C-43BA-87E9-80C5D70C8BCC}" dt="2026-09-11T15:19:08.332" v="3" actId="14100"/>
          <ac:cxnSpMkLst>
            <pc:docMk/>
            <pc:sldMk cId="2146513051" sldId="256"/>
            <ac:cxnSpMk id="264" creationId="{35FA104B-DDA1-50B9-C38F-4147C82B36E7}"/>
          </ac:cxnSpMkLst>
        </pc:cxnChg>
      </pc:sldChg>
      <pc:sldChg chg="modSp">
        <pc:chgData name="Jonah St. Hilaire" userId="9d0a7af2-d0bd-4748-b50b-5cc37e0fdaa3" providerId="ADAL" clId="{58AAB240-BB3C-43BA-87E9-80C5D70C8BCC}" dt="2026-09-11T16:19:46.133" v="1832"/>
        <pc:sldMkLst>
          <pc:docMk/>
          <pc:sldMk cId="3221349641" sldId="258"/>
        </pc:sld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2" creationId="{97D97242-4756-E707-C3DB-403ABB52C682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k cId="3221349641" sldId="258"/>
            <ac:spMk id="4" creationId="{703E44B7-E4E7-E4DA-2AD1-3CDB039D8C2C}"/>
          </ac:spMkLst>
        </pc:spChg>
      </pc:sldChg>
      <pc:sldChg chg="addSp delSp modSp add mod">
        <pc:chgData name="Jonah St. Hilaire" userId="9d0a7af2-d0bd-4748-b50b-5cc37e0fdaa3" providerId="ADAL" clId="{58AAB240-BB3C-43BA-87E9-80C5D70C8BCC}" dt="2026-09-11T17:02:04.379" v="2948" actId="692"/>
        <pc:sldMkLst>
          <pc:docMk/>
          <pc:sldMk cId="4013437199" sldId="259"/>
        </pc:sldMkLst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8" creationId="{392171F9-D25B-061E-EE80-A36D9EFC419F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20" creationId="{FE53A8B8-7FE0-E93B-46F8-A84C6183CE30}"/>
          </ac:spMkLst>
        </pc:spChg>
        <pc:spChg chg="add del mod">
          <ac:chgData name="Jonah St. Hilaire" userId="9d0a7af2-d0bd-4748-b50b-5cc37e0fdaa3" providerId="ADAL" clId="{58AAB240-BB3C-43BA-87E9-80C5D70C8BCC}" dt="2026-09-11T15:35:40.506" v="240" actId="478"/>
          <ac:spMkLst>
            <pc:docMk/>
            <pc:sldMk cId="4013437199" sldId="259"/>
            <ac:spMk id="25" creationId="{FCC0EDED-50B9-1D28-5681-DFE683DF53D7}"/>
          </ac:spMkLst>
        </pc:spChg>
        <pc:spChg chg="add del mod">
          <ac:chgData name="Jonah St. Hilaire" userId="9d0a7af2-d0bd-4748-b50b-5cc37e0fdaa3" providerId="ADAL" clId="{58AAB240-BB3C-43BA-87E9-80C5D70C8BCC}" dt="2026-09-11T15:35:43.852" v="242" actId="478"/>
          <ac:spMkLst>
            <pc:docMk/>
            <pc:sldMk cId="4013437199" sldId="259"/>
            <ac:spMk id="27" creationId="{DD0080C0-E138-5366-EDD7-721C186985C8}"/>
          </ac:spMkLst>
        </pc:spChg>
        <pc:spChg chg="add del mod">
          <ac:chgData name="Jonah St. Hilaire" userId="9d0a7af2-d0bd-4748-b50b-5cc37e0fdaa3" providerId="ADAL" clId="{58AAB240-BB3C-43BA-87E9-80C5D70C8BCC}" dt="2026-09-11T15:41:06.693" v="445" actId="478"/>
          <ac:spMkLst>
            <pc:docMk/>
            <pc:sldMk cId="4013437199" sldId="259"/>
            <ac:spMk id="35" creationId="{136F3556-1D16-4256-901E-AAB98C96BB9F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39" creationId="{9B1BDC6B-A282-D72D-C10C-49DA039DD604}"/>
          </ac:spMkLst>
        </pc:spChg>
        <pc:spChg chg="add mod">
          <ac:chgData name="Jonah St. Hilaire" userId="9d0a7af2-d0bd-4748-b50b-5cc37e0fdaa3" providerId="ADAL" clId="{58AAB240-BB3C-43BA-87E9-80C5D70C8BCC}" dt="2026-09-11T15:43:18.517" v="502" actId="403"/>
          <ac:spMkLst>
            <pc:docMk/>
            <pc:sldMk cId="4013437199" sldId="259"/>
            <ac:spMk id="43" creationId="{AAF86192-1376-3122-D320-15E60E4ECE7C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45" creationId="{5BEE1875-2DF1-330D-4C5B-9DF1A104903F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46" creationId="{E454A58B-0963-FEBB-9B6E-1B0FE40E3E24}"/>
          </ac:spMkLst>
        </pc:spChg>
        <pc:spChg chg="add del mod">
          <ac:chgData name="Jonah St. Hilaire" userId="9d0a7af2-d0bd-4748-b50b-5cc37e0fdaa3" providerId="ADAL" clId="{58AAB240-BB3C-43BA-87E9-80C5D70C8BCC}" dt="2026-09-11T15:35:39.869" v="239" actId="478"/>
          <ac:spMkLst>
            <pc:docMk/>
            <pc:sldMk cId="4013437199" sldId="259"/>
            <ac:spMk id="47" creationId="{87C3893B-0ECE-F6D4-DDED-2C3439F83482}"/>
          </ac:spMkLst>
        </pc:spChg>
        <pc:spChg chg="add del mod">
          <ac:chgData name="Jonah St. Hilaire" userId="9d0a7af2-d0bd-4748-b50b-5cc37e0fdaa3" providerId="ADAL" clId="{58AAB240-BB3C-43BA-87E9-80C5D70C8BCC}" dt="2026-09-11T15:35:43.196" v="241" actId="478"/>
          <ac:spMkLst>
            <pc:docMk/>
            <pc:sldMk cId="4013437199" sldId="259"/>
            <ac:spMk id="48" creationId="{F035922F-09FA-F928-717D-F8DE3382FC9D}"/>
          </ac:spMkLst>
        </pc:spChg>
        <pc:spChg chg="add del mod">
          <ac:chgData name="Jonah St. Hilaire" userId="9d0a7af2-d0bd-4748-b50b-5cc37e0fdaa3" providerId="ADAL" clId="{58AAB240-BB3C-43BA-87E9-80C5D70C8BCC}" dt="2026-09-11T15:35:45.732" v="243" actId="478"/>
          <ac:spMkLst>
            <pc:docMk/>
            <pc:sldMk cId="4013437199" sldId="259"/>
            <ac:spMk id="49" creationId="{35E82DED-F626-5B04-15AF-CADEAFEE5307}"/>
          </ac:spMkLst>
        </pc:spChg>
        <pc:spChg chg="add del mod">
          <ac:chgData name="Jonah St. Hilaire" userId="9d0a7af2-d0bd-4748-b50b-5cc37e0fdaa3" providerId="ADAL" clId="{58AAB240-BB3C-43BA-87E9-80C5D70C8BCC}" dt="2026-09-11T15:36:39.917" v="308" actId="478"/>
          <ac:spMkLst>
            <pc:docMk/>
            <pc:sldMk cId="4013437199" sldId="259"/>
            <ac:spMk id="50" creationId="{136279EE-D24B-3A92-FE8C-536F5E35257B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90" creationId="{7331FA3D-A351-8DBA-A41F-B7F5B1AD4C7E}"/>
          </ac:spMkLst>
        </pc:spChg>
        <pc:spChg chg="mod">
          <ac:chgData name="Jonah St. Hilaire" userId="9d0a7af2-d0bd-4748-b50b-5cc37e0fdaa3" providerId="ADAL" clId="{58AAB240-BB3C-43BA-87E9-80C5D70C8BCC}" dt="2026-09-11T16:04:39.899" v="1436" actId="1076"/>
          <ac:spMkLst>
            <pc:docMk/>
            <pc:sldMk cId="4013437199" sldId="259"/>
            <ac:spMk id="92" creationId="{EB80290C-C725-B724-A6EF-3D6839CEE60F}"/>
          </ac:spMkLst>
        </pc:spChg>
        <pc:spChg chg="mod">
          <ac:chgData name="Jonah St. Hilaire" userId="9d0a7af2-d0bd-4748-b50b-5cc37e0fdaa3" providerId="ADAL" clId="{58AAB240-BB3C-43BA-87E9-80C5D70C8BCC}" dt="2026-09-11T16:04:36.016" v="1435" actId="1036"/>
          <ac:spMkLst>
            <pc:docMk/>
            <pc:sldMk cId="4013437199" sldId="259"/>
            <ac:spMk id="93" creationId="{C25A4875-337C-9D55-E1E8-D8CA226D85BF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95" creationId="{7B9C3C15-6823-1916-15A1-0435B48F3D9C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96" creationId="{A2D44BDB-FC8F-730E-42C5-0D10E872F149}"/>
          </ac:spMkLst>
        </pc:spChg>
        <pc:spChg chg="add mod">
          <ac:chgData name="Jonah St. Hilaire" userId="9d0a7af2-d0bd-4748-b50b-5cc37e0fdaa3" providerId="ADAL" clId="{58AAB240-BB3C-43BA-87E9-80C5D70C8BCC}" dt="2026-09-11T16:03:21.803" v="1405" actId="1036"/>
          <ac:spMkLst>
            <pc:docMk/>
            <pc:sldMk cId="4013437199" sldId="259"/>
            <ac:spMk id="102" creationId="{C795FC97-7909-93E9-EBB6-94B352AEAFBF}"/>
          </ac:spMkLst>
        </pc:spChg>
        <pc:spChg chg="add mod">
          <ac:chgData name="Jonah St. Hilaire" userId="9d0a7af2-d0bd-4748-b50b-5cc37e0fdaa3" providerId="ADAL" clId="{58AAB240-BB3C-43BA-87E9-80C5D70C8BCC}" dt="2026-09-11T15:38:25.353" v="397" actId="1035"/>
          <ac:spMkLst>
            <pc:docMk/>
            <pc:sldMk cId="4013437199" sldId="259"/>
            <ac:spMk id="105" creationId="{C1427CF0-0AB7-D35B-9C07-5EAB6C0B1C3A}"/>
          </ac:spMkLst>
        </pc:spChg>
        <pc:spChg chg="add mod">
          <ac:chgData name="Jonah St. Hilaire" userId="9d0a7af2-d0bd-4748-b50b-5cc37e0fdaa3" providerId="ADAL" clId="{58AAB240-BB3C-43BA-87E9-80C5D70C8BCC}" dt="2026-09-11T15:42:21.768" v="476" actId="1035"/>
          <ac:spMkLst>
            <pc:docMk/>
            <pc:sldMk cId="4013437199" sldId="259"/>
            <ac:spMk id="115" creationId="{5A527540-9EAF-6070-14C8-FECD66D1D5C6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21" creationId="{534B9C2C-8D34-90E9-AA07-799A69B3A599}"/>
          </ac:spMkLst>
        </pc:spChg>
        <pc:spChg chg="add mod">
          <ac:chgData name="Jonah St. Hilaire" userId="9d0a7af2-d0bd-4748-b50b-5cc37e0fdaa3" providerId="ADAL" clId="{58AAB240-BB3C-43BA-87E9-80C5D70C8BCC}" dt="2026-09-11T16:03:08.678" v="1399" actId="1035"/>
          <ac:spMkLst>
            <pc:docMk/>
            <pc:sldMk cId="4013437199" sldId="259"/>
            <ac:spMk id="124" creationId="{92B84DD4-A345-CA00-F3C3-203BC843F5CF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130" creationId="{493EAE20-757F-4CB0-9954-2878F5B18E18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3" creationId="{29696E3D-A16D-F582-FE71-7FFC35ABCFEA}"/>
          </ac:spMkLst>
        </pc:spChg>
        <pc:spChg chg="add mod">
          <ac:chgData name="Jonah St. Hilaire" userId="9d0a7af2-d0bd-4748-b50b-5cc37e0fdaa3" providerId="ADAL" clId="{58AAB240-BB3C-43BA-87E9-80C5D70C8BCC}" dt="2026-09-11T16:06:56.005" v="1508" actId="403"/>
          <ac:spMkLst>
            <pc:docMk/>
            <pc:sldMk cId="4013437199" sldId="259"/>
            <ac:spMk id="144" creationId="{DD4C4DFD-A4A5-ACF7-C02A-C0E7999CF282}"/>
          </ac:spMkLst>
        </pc:spChg>
        <pc:spChg chg="mod">
          <ac:chgData name="Jonah St. Hilaire" userId="9d0a7af2-d0bd-4748-b50b-5cc37e0fdaa3" providerId="ADAL" clId="{58AAB240-BB3C-43BA-87E9-80C5D70C8BCC}" dt="2026-09-11T16:08:24.206" v="1537" actId="1076"/>
          <ac:spMkLst>
            <pc:docMk/>
            <pc:sldMk cId="4013437199" sldId="259"/>
            <ac:spMk id="145" creationId="{25FBFBC4-9616-5105-2980-E255FCE7E281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47" creationId="{630C28C3-C19F-D3AD-2A69-05F854C2A1EA}"/>
          </ac:spMkLst>
        </pc:spChg>
        <pc:spChg chg="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148" creationId="{0568A850-6A05-E206-3D62-A92F74A2A87D}"/>
          </ac:spMkLst>
        </pc:spChg>
        <pc:spChg chg="add del mod">
          <ac:chgData name="Jonah St. Hilaire" userId="9d0a7af2-d0bd-4748-b50b-5cc37e0fdaa3" providerId="ADAL" clId="{58AAB240-BB3C-43BA-87E9-80C5D70C8BCC}" dt="2026-09-11T15:56:00.995" v="840" actId="478"/>
          <ac:spMkLst>
            <pc:docMk/>
            <pc:sldMk cId="4013437199" sldId="259"/>
            <ac:spMk id="149" creationId="{428501A5-4E70-7028-3803-390229A50887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4" creationId="{F9E6D1C1-C4FA-05B6-5D44-D571395E523A}"/>
          </ac:spMkLst>
        </pc:spChg>
        <pc:spChg chg="add mod">
          <ac:chgData name="Jonah St. Hilaire" userId="9d0a7af2-d0bd-4748-b50b-5cc37e0fdaa3" providerId="ADAL" clId="{58AAB240-BB3C-43BA-87E9-80C5D70C8BCC}" dt="2026-09-11T16:17:20.338" v="1804" actId="1038"/>
          <ac:spMkLst>
            <pc:docMk/>
            <pc:sldMk cId="4013437199" sldId="259"/>
            <ac:spMk id="155" creationId="{DABBEB12-B18F-6E85-BEF7-CA8860D211BB}"/>
          </ac:spMkLst>
        </pc:spChg>
        <pc:spChg chg="add mod">
          <ac:chgData name="Jonah St. Hilaire" userId="9d0a7af2-d0bd-4748-b50b-5cc37e0fdaa3" providerId="ADAL" clId="{58AAB240-BB3C-43BA-87E9-80C5D70C8BCC}" dt="2026-09-11T16:45:55.651" v="2616" actId="1076"/>
          <ac:spMkLst>
            <pc:docMk/>
            <pc:sldMk cId="4013437199" sldId="259"/>
            <ac:spMk id="156" creationId="{0F236ED9-5A0C-93FE-BA94-133BB997A63A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159" creationId="{05283833-3C56-1A32-246D-8FA4ECE825B2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160" creationId="{11F31673-E70A-63CE-EDAA-4278710AAACB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169" creationId="{63855628-A8AC-6BDA-9A22-758F6255DB90}"/>
          </ac:spMkLst>
        </pc:spChg>
        <pc:spChg chg="add del mod">
          <ac:chgData name="Jonah St. Hilaire" userId="9d0a7af2-d0bd-4748-b50b-5cc37e0fdaa3" providerId="ADAL" clId="{58AAB240-BB3C-43BA-87E9-80C5D70C8BCC}" dt="2026-09-11T16:13:06.778" v="1710" actId="478"/>
          <ac:spMkLst>
            <pc:docMk/>
            <pc:sldMk cId="4013437199" sldId="259"/>
            <ac:spMk id="170" creationId="{9E08039F-3BDC-F735-5FAA-39B87C95AC39}"/>
          </ac:spMkLst>
        </pc:spChg>
        <pc:spChg chg="add del mod">
          <ac:chgData name="Jonah St. Hilaire" userId="9d0a7af2-d0bd-4748-b50b-5cc37e0fdaa3" providerId="ADAL" clId="{58AAB240-BB3C-43BA-87E9-80C5D70C8BCC}" dt="2026-09-11T16:13:06.778" v="1710" actId="478"/>
          <ac:spMkLst>
            <pc:docMk/>
            <pc:sldMk cId="4013437199" sldId="259"/>
            <ac:spMk id="172" creationId="{F6083B35-A9C2-F646-6422-9C3EA44DD037}"/>
          </ac:spMkLst>
        </pc:spChg>
        <pc:spChg chg="del mod">
          <ac:chgData name="Jonah St. Hilaire" userId="9d0a7af2-d0bd-4748-b50b-5cc37e0fdaa3" providerId="ADAL" clId="{58AAB240-BB3C-43BA-87E9-80C5D70C8BCC}" dt="2026-09-11T16:13:06.778" v="1710" actId="478"/>
          <ac:spMkLst>
            <pc:docMk/>
            <pc:sldMk cId="4013437199" sldId="259"/>
            <ac:spMk id="173" creationId="{8CA2CC4D-0CE4-51DD-5B48-24ECC28E028C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182" creationId="{0215A7D5-0D80-24AF-6EA1-DE4B7C117E39}"/>
          </ac:spMkLst>
        </pc:spChg>
        <pc:spChg chg="add del">
          <ac:chgData name="Jonah St. Hilaire" userId="9d0a7af2-d0bd-4748-b50b-5cc37e0fdaa3" providerId="ADAL" clId="{58AAB240-BB3C-43BA-87E9-80C5D70C8BCC}" dt="2026-09-11T15:52:57.116" v="755" actId="22"/>
          <ac:spMkLst>
            <pc:docMk/>
            <pc:sldMk cId="4013437199" sldId="259"/>
            <ac:spMk id="190" creationId="{51B4F720-1128-F6F7-CCAC-213C0CE596C6}"/>
          </ac:spMkLst>
        </pc:spChg>
        <pc:spChg chg="add del">
          <ac:chgData name="Jonah St. Hilaire" userId="9d0a7af2-d0bd-4748-b50b-5cc37e0fdaa3" providerId="ADAL" clId="{58AAB240-BB3C-43BA-87E9-80C5D70C8BCC}" dt="2026-09-11T15:52:57.116" v="755" actId="22"/>
          <ac:spMkLst>
            <pc:docMk/>
            <pc:sldMk cId="4013437199" sldId="259"/>
            <ac:spMk id="192" creationId="{8B485861-FA90-6DA9-8B53-7842A4E18235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02" creationId="{939C8878-1768-A911-6BB9-E55B802A6C5B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04" creationId="{D3095F58-6864-3648-EB89-B33BF91E4483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214" creationId="{EABA360E-69A6-105A-2BD8-7D4AE25438C6}"/>
          </ac:spMkLst>
        </pc:spChg>
        <pc:spChg chg="del">
          <ac:chgData name="Jonah St. Hilaire" userId="9d0a7af2-d0bd-4748-b50b-5cc37e0fdaa3" providerId="ADAL" clId="{58AAB240-BB3C-43BA-87E9-80C5D70C8BCC}" dt="2026-09-11T15:26:33.288" v="7" actId="478"/>
          <ac:spMkLst>
            <pc:docMk/>
            <pc:sldMk cId="4013437199" sldId="259"/>
            <ac:spMk id="233" creationId="{11247B14-9B26-3B1E-C8B4-D9EBE201ACF5}"/>
          </ac:spMkLst>
        </pc:spChg>
        <pc:spChg chg="add mod">
          <ac:chgData name="Jonah St. Hilaire" userId="9d0a7af2-d0bd-4748-b50b-5cc37e0fdaa3" providerId="ADAL" clId="{58AAB240-BB3C-43BA-87E9-80C5D70C8BCC}" dt="2026-09-11T16:17:13.081" v="1803" actId="1038"/>
          <ac:spMkLst>
            <pc:docMk/>
            <pc:sldMk cId="4013437199" sldId="259"/>
            <ac:spMk id="237" creationId="{5D1B770A-2B95-2AAB-E10A-32FBE8A97BDE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8" creationId="{D3291440-CCFB-13C0-B5C3-10E8B38CB8D9}"/>
          </ac:spMkLst>
        </pc:spChg>
        <pc:spChg chg="add mod">
          <ac:chgData name="Jonah St. Hilaire" userId="9d0a7af2-d0bd-4748-b50b-5cc37e0fdaa3" providerId="ADAL" clId="{58AAB240-BB3C-43BA-87E9-80C5D70C8BCC}" dt="2026-09-11T16:17:06.856" v="1802" actId="1037"/>
          <ac:spMkLst>
            <pc:docMk/>
            <pc:sldMk cId="4013437199" sldId="259"/>
            <ac:spMk id="239" creationId="{FF2E4387-C1CE-3901-A57A-A4B60E4DDA5D}"/>
          </ac:spMkLst>
        </pc:spChg>
        <pc:spChg chg="add 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48" creationId="{B8264198-91CC-0A42-4B73-BB12DA912C43}"/>
          </ac:spMkLst>
        </pc:spChg>
        <pc:spChg chg="mod">
          <ac:chgData name="Jonah St. Hilaire" userId="9d0a7af2-d0bd-4748-b50b-5cc37e0fdaa3" providerId="ADAL" clId="{58AAB240-BB3C-43BA-87E9-80C5D70C8BCC}" dt="2026-09-11T16:15:53.060" v="1741" actId="1035"/>
          <ac:spMkLst>
            <pc:docMk/>
            <pc:sldMk cId="4013437199" sldId="259"/>
            <ac:spMk id="250" creationId="{430E42AA-770D-BD15-90F8-9480DFBC636C}"/>
          </ac:spMkLst>
        </pc:spChg>
        <pc:spChg chg="mod">
          <ac:chgData name="Jonah St. Hilaire" userId="9d0a7af2-d0bd-4748-b50b-5cc37e0fdaa3" providerId="ADAL" clId="{58AAB240-BB3C-43BA-87E9-80C5D70C8BCC}" dt="2026-09-11T16:46:54.210" v="2638" actId="6549"/>
          <ac:spMkLst>
            <pc:docMk/>
            <pc:sldMk cId="4013437199" sldId="259"/>
            <ac:spMk id="256" creationId="{0B6E3657-C2A5-8D41-F53A-8C8DE72CAA22}"/>
          </ac:spMkLst>
        </pc:spChg>
        <pc:spChg chg="del mod">
          <ac:chgData name="Jonah St. Hilaire" userId="9d0a7af2-d0bd-4748-b50b-5cc37e0fdaa3" providerId="ADAL" clId="{58AAB240-BB3C-43BA-87E9-80C5D70C8BCC}" dt="2026-09-11T15:55:04.620" v="830" actId="478"/>
          <ac:spMkLst>
            <pc:docMk/>
            <pc:sldMk cId="4013437199" sldId="259"/>
            <ac:spMk id="257" creationId="{1E5C9169-6319-ECAB-39A2-63425A594BE2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258" creationId="{20B38008-F9E9-2290-3B81-483C2545CC3E}"/>
          </ac:spMkLst>
        </pc:spChg>
        <pc:spChg chg="mod">
          <ac:chgData name="Jonah St. Hilaire" userId="9d0a7af2-d0bd-4748-b50b-5cc37e0fdaa3" providerId="ADAL" clId="{58AAB240-BB3C-43BA-87E9-80C5D70C8BCC}" dt="2026-09-11T16:05:32.372" v="1467" actId="1076"/>
          <ac:spMkLst>
            <pc:docMk/>
            <pc:sldMk cId="4013437199" sldId="259"/>
            <ac:spMk id="260" creationId="{7D78E38A-9579-A5EF-0306-9FD2ABEBBABA}"/>
          </ac:spMkLst>
        </pc:spChg>
        <pc:spChg chg="mod">
          <ac:chgData name="Jonah St. Hilaire" userId="9d0a7af2-d0bd-4748-b50b-5cc37e0fdaa3" providerId="ADAL" clId="{58AAB240-BB3C-43BA-87E9-80C5D70C8BCC}" dt="2026-09-11T16:06:33.118" v="1504" actId="1036"/>
          <ac:spMkLst>
            <pc:docMk/>
            <pc:sldMk cId="4013437199" sldId="259"/>
            <ac:spMk id="261" creationId="{911D1DF1-80D4-3C5D-E378-7B247D59ACC9}"/>
          </ac:spMkLst>
        </pc:spChg>
        <pc:spChg chg="mod">
          <ac:chgData name="Jonah St. Hilaire" userId="9d0a7af2-d0bd-4748-b50b-5cc37e0fdaa3" providerId="ADAL" clId="{58AAB240-BB3C-43BA-87E9-80C5D70C8BCC}" dt="2026-09-11T16:25:59.527" v="2119" actId="1076"/>
          <ac:spMkLst>
            <pc:docMk/>
            <pc:sldMk cId="4013437199" sldId="259"/>
            <ac:spMk id="262" creationId="{2B351C97-E750-776D-40C3-1A2D03A8B71B}"/>
          </ac:spMkLst>
        </pc:spChg>
        <pc:spChg chg="mod">
          <ac:chgData name="Jonah St. Hilaire" userId="9d0a7af2-d0bd-4748-b50b-5cc37e0fdaa3" providerId="ADAL" clId="{58AAB240-BB3C-43BA-87E9-80C5D70C8BCC}" dt="2026-09-11T16:06:22.257" v="1483" actId="1037"/>
          <ac:spMkLst>
            <pc:docMk/>
            <pc:sldMk cId="4013437199" sldId="259"/>
            <ac:spMk id="268" creationId="{0B1F3BCA-3FE1-BAD2-DE12-5E199D3456C0}"/>
          </ac:spMkLst>
        </pc:spChg>
        <pc:spChg chg="mod">
          <ac:chgData name="Jonah St. Hilaire" userId="9d0a7af2-d0bd-4748-b50b-5cc37e0fdaa3" providerId="ADAL" clId="{58AAB240-BB3C-43BA-87E9-80C5D70C8BCC}" dt="2026-09-11T15:43:04.167" v="496" actId="403"/>
          <ac:spMkLst>
            <pc:docMk/>
            <pc:sldMk cId="4013437199" sldId="259"/>
            <ac:spMk id="270" creationId="{620CC4E5-7903-4851-402D-C5DDDE967B68}"/>
          </ac:spMkLst>
        </pc:spChg>
        <pc:spChg chg="add del mod">
          <ac:chgData name="Jonah St. Hilaire" userId="9d0a7af2-d0bd-4748-b50b-5cc37e0fdaa3" providerId="ADAL" clId="{58AAB240-BB3C-43BA-87E9-80C5D70C8BCC}" dt="2026-09-11T16:24:53.807" v="2050"/>
          <ac:spMkLst>
            <pc:docMk/>
            <pc:sldMk cId="4013437199" sldId="259"/>
            <ac:spMk id="274" creationId="{E7B24F06-2696-9E80-4D8B-544E7109656D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6" creationId="{27F27654-1958-FAD9-B413-6B4BA6CC1964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7" creationId="{40853BC1-BFBB-F672-45AF-9E3EAB48C8A1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278" creationId="{958DF313-46EB-F353-33A9-673A1D0C7711}"/>
          </ac:spMkLst>
        </pc:spChg>
        <pc:spChg chg="add del mod">
          <ac:chgData name="Jonah St. Hilaire" userId="9d0a7af2-d0bd-4748-b50b-5cc37e0fdaa3" providerId="ADAL" clId="{58AAB240-BB3C-43BA-87E9-80C5D70C8BCC}" dt="2026-09-11T16:32:41.613" v="2208" actId="478"/>
          <ac:spMkLst>
            <pc:docMk/>
            <pc:sldMk cId="4013437199" sldId="259"/>
            <ac:spMk id="280" creationId="{562681C6-1B7A-6AF6-ECBC-BB35C1E29E48}"/>
          </ac:spMkLst>
        </pc:spChg>
        <pc:spChg chg="add mod">
          <ac:chgData name="Jonah St. Hilaire" userId="9d0a7af2-d0bd-4748-b50b-5cc37e0fdaa3" providerId="ADAL" clId="{58AAB240-BB3C-43BA-87E9-80C5D70C8BCC}" dt="2026-09-11T16:35:05.924" v="2258" actId="1038"/>
          <ac:spMkLst>
            <pc:docMk/>
            <pc:sldMk cId="4013437199" sldId="259"/>
            <ac:spMk id="302" creationId="{D385BD47-8CC1-50F1-E0F0-A9842FA77A98}"/>
          </ac:spMkLst>
        </pc:spChg>
        <pc:spChg chg="add mod">
          <ac:chgData name="Jonah St. Hilaire" userId="9d0a7af2-d0bd-4748-b50b-5cc37e0fdaa3" providerId="ADAL" clId="{58AAB240-BB3C-43BA-87E9-80C5D70C8BCC}" dt="2026-09-11T16:36:43.419" v="2285"/>
          <ac:spMkLst>
            <pc:docMk/>
            <pc:sldMk cId="4013437199" sldId="259"/>
            <ac:spMk id="315" creationId="{F8529CAC-964F-A2CE-1341-C31C4E1ABB23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17" creationId="{FFEDBFB8-142D-7087-B5E8-86874E010253}"/>
          </ac:spMkLst>
        </pc:spChg>
        <pc:spChg chg="add mod">
          <ac:chgData name="Jonah St. Hilaire" userId="9d0a7af2-d0bd-4748-b50b-5cc37e0fdaa3" providerId="ADAL" clId="{58AAB240-BB3C-43BA-87E9-80C5D70C8BCC}" dt="2026-09-11T16:36:31.442" v="2277"/>
          <ac:spMkLst>
            <pc:docMk/>
            <pc:sldMk cId="4013437199" sldId="259"/>
            <ac:spMk id="319" creationId="{CD607615-31EA-5DFE-7B71-ED5B4D847E5A}"/>
          </ac:spMkLst>
        </pc:spChg>
        <pc:spChg chg="add del mod">
          <ac:chgData name="Jonah St. Hilaire" userId="9d0a7af2-d0bd-4748-b50b-5cc37e0fdaa3" providerId="ADAL" clId="{58AAB240-BB3C-43BA-87E9-80C5D70C8BCC}" dt="2026-09-11T16:44:20.286" v="2577" actId="478"/>
          <ac:spMkLst>
            <pc:docMk/>
            <pc:sldMk cId="4013437199" sldId="259"/>
            <ac:spMk id="326" creationId="{126142D3-7109-3872-B75F-39458CEB00C0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28" creationId="{DC250596-BBB9-7116-8CE0-9F446265F068}"/>
          </ac:spMkLst>
        </pc:spChg>
        <pc:spChg chg="add del mod">
          <ac:chgData name="Jonah St. Hilaire" userId="9d0a7af2-d0bd-4748-b50b-5cc37e0fdaa3" providerId="ADAL" clId="{58AAB240-BB3C-43BA-87E9-80C5D70C8BCC}" dt="2026-09-11T16:43:36.547" v="2534" actId="478"/>
          <ac:spMkLst>
            <pc:docMk/>
            <pc:sldMk cId="4013437199" sldId="259"/>
            <ac:spMk id="338" creationId="{1DB371E5-7F6B-9825-95B8-229D2BBC48DC}"/>
          </ac:spMkLst>
        </pc:spChg>
        <pc:spChg chg="add del mod">
          <ac:chgData name="Jonah St. Hilaire" userId="9d0a7af2-d0bd-4748-b50b-5cc37e0fdaa3" providerId="ADAL" clId="{58AAB240-BB3C-43BA-87E9-80C5D70C8BCC}" dt="2026-09-11T16:43:35.349" v="2533" actId="478"/>
          <ac:spMkLst>
            <pc:docMk/>
            <pc:sldMk cId="4013437199" sldId="259"/>
            <ac:spMk id="340" creationId="{63FA2A45-3A8E-C2C8-372B-EB27A48AAED7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2" creationId="{E64D39B3-2F88-85D5-6515-EC452775E25A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44" creationId="{3449ED4D-F34D-698A-C02E-03DA26F7429C}"/>
          </ac:spMkLst>
        </pc:spChg>
        <pc:spChg chg="add mod">
          <ac:chgData name="Jonah St. Hilaire" userId="9d0a7af2-d0bd-4748-b50b-5cc37e0fdaa3" providerId="ADAL" clId="{58AAB240-BB3C-43BA-87E9-80C5D70C8BCC}" dt="2026-09-11T16:43:42.786" v="2574" actId="1036"/>
          <ac:spMkLst>
            <pc:docMk/>
            <pc:sldMk cId="4013437199" sldId="259"/>
            <ac:spMk id="346" creationId="{01FDB514-40DF-64A5-E36B-9269D24F9187}"/>
          </ac:spMkLst>
        </pc:spChg>
        <pc:spChg chg="add del">
          <ac:chgData name="Jonah St. Hilaire" userId="9d0a7af2-d0bd-4748-b50b-5cc37e0fdaa3" providerId="ADAL" clId="{58AAB240-BB3C-43BA-87E9-80C5D70C8BCC}" dt="2026-09-11T16:45:24.814" v="2596" actId="478"/>
          <ac:spMkLst>
            <pc:docMk/>
            <pc:sldMk cId="4013437199" sldId="259"/>
            <ac:spMk id="348" creationId="{F1196012-1707-7A16-069F-F2148D0476B7}"/>
          </ac:spMkLst>
        </pc:spChg>
        <pc:spChg chg="add mod">
          <ac:chgData name="Jonah St. Hilaire" userId="9d0a7af2-d0bd-4748-b50b-5cc37e0fdaa3" providerId="ADAL" clId="{58AAB240-BB3C-43BA-87E9-80C5D70C8BCC}" dt="2026-09-11T16:45:23.056" v="2595" actId="1076"/>
          <ac:spMkLst>
            <pc:docMk/>
            <pc:sldMk cId="4013437199" sldId="259"/>
            <ac:spMk id="350" creationId="{5ED50C55-9337-A464-7463-3D7F987821D0}"/>
          </ac:spMkLst>
        </pc:spChg>
        <pc:spChg chg="add mod">
          <ac:chgData name="Jonah St. Hilaire" userId="9d0a7af2-d0bd-4748-b50b-5cc37e0fdaa3" providerId="ADAL" clId="{58AAB240-BB3C-43BA-87E9-80C5D70C8BCC}" dt="2026-09-11T16:48:12.991" v="2656"/>
          <ac:spMkLst>
            <pc:docMk/>
            <pc:sldMk cId="4013437199" sldId="259"/>
            <ac:spMk id="359" creationId="{64F6887F-DAF2-338D-C9BC-1BE158636D64}"/>
          </ac:spMkLst>
        </pc:spChg>
        <pc:spChg chg="add mod">
          <ac:chgData name="Jonah St. Hilaire" userId="9d0a7af2-d0bd-4748-b50b-5cc37e0fdaa3" providerId="ADAL" clId="{58AAB240-BB3C-43BA-87E9-80C5D70C8BCC}" dt="2026-09-11T16:48:28.085" v="2678" actId="1036"/>
          <ac:spMkLst>
            <pc:docMk/>
            <pc:sldMk cId="4013437199" sldId="259"/>
            <ac:spMk id="361" creationId="{D3BAF20F-A397-B878-75A7-5B3E73670E21}"/>
          </ac:spMkLst>
        </pc:spChg>
        <pc:spChg chg="add mod">
          <ac:chgData name="Jonah St. Hilaire" userId="9d0a7af2-d0bd-4748-b50b-5cc37e0fdaa3" providerId="ADAL" clId="{58AAB240-BB3C-43BA-87E9-80C5D70C8BCC}" dt="2026-09-11T16:54:47.818" v="2847" actId="1076"/>
          <ac:spMkLst>
            <pc:docMk/>
            <pc:sldMk cId="4013437199" sldId="259"/>
            <ac:spMk id="365" creationId="{20962216-241D-59E4-149D-16DFCCE99554}"/>
          </ac:spMkLst>
        </pc:spChg>
        <pc:spChg chg="add mod">
          <ac:chgData name="Jonah St. Hilaire" userId="9d0a7af2-d0bd-4748-b50b-5cc37e0fdaa3" providerId="ADAL" clId="{58AAB240-BB3C-43BA-87E9-80C5D70C8BCC}" dt="2026-09-11T16:50:17.712" v="2819"/>
          <ac:spMkLst>
            <pc:docMk/>
            <pc:sldMk cId="4013437199" sldId="259"/>
            <ac:spMk id="367" creationId="{B42E11D8-BE5D-D029-0DA0-F687D8DC2D66}"/>
          </ac:spMkLst>
        </pc:spChg>
        <pc:spChg chg="add del mod">
          <ac:chgData name="Jonah St. Hilaire" userId="9d0a7af2-d0bd-4748-b50b-5cc37e0fdaa3" providerId="ADAL" clId="{58AAB240-BB3C-43BA-87E9-80C5D70C8BCC}" dt="2026-09-11T16:54:06.205" v="2846" actId="478"/>
          <ac:spMkLst>
            <pc:docMk/>
            <pc:sldMk cId="4013437199" sldId="259"/>
            <ac:spMk id="373" creationId="{694AB6C3-CD01-6005-CFBA-023931A75857}"/>
          </ac:spMkLst>
        </pc:spChg>
        <pc:grpChg chg="add mod">
          <ac:chgData name="Jonah St. Hilaire" userId="9d0a7af2-d0bd-4748-b50b-5cc37e0fdaa3" providerId="ADAL" clId="{58AAB240-BB3C-43BA-87E9-80C5D70C8BCC}" dt="2026-09-11T16:15:59.542" v="1745" actId="1038"/>
          <ac:grpSpMkLst>
            <pc:docMk/>
            <pc:sldMk cId="4013437199" sldId="259"/>
            <ac:grpSpMk id="249" creationId="{16F64BFA-9582-833F-6699-82A1AAC6C7A1}"/>
          </ac:grpSpMkLst>
        </pc:grpChg>
        <pc:picChg chg="mod modCrop">
          <ac:chgData name="Jonah St. Hilaire" userId="9d0a7af2-d0bd-4748-b50b-5cc37e0fdaa3" providerId="ADAL" clId="{58AAB240-BB3C-43BA-87E9-80C5D70C8BCC}" dt="2026-09-11T16:18:00.363" v="1813" actId="1035"/>
          <ac:picMkLst>
            <pc:docMk/>
            <pc:sldMk cId="4013437199" sldId="259"/>
            <ac:picMk id="251" creationId="{8C9DDA59-20E3-EE05-8998-E67CE884E26D}"/>
          </ac:picMkLst>
        </pc:picChg>
        <pc:cxnChg chg="mod">
          <ac:chgData name="Jonah St. Hilaire" userId="9d0a7af2-d0bd-4748-b50b-5cc37e0fdaa3" providerId="ADAL" clId="{58AAB240-BB3C-43BA-87E9-80C5D70C8BCC}" dt="2026-09-11T17:01:08.832" v="2938" actId="1035"/>
          <ac:cxnSpMkLst>
            <pc:docMk/>
            <pc:sldMk cId="4013437199" sldId="259"/>
            <ac:cxnSpMk id="40" creationId="{1FCFE076-644C-3CE0-298B-DB4CB36300A0}"/>
          </ac:cxnSpMkLst>
        </pc:cxnChg>
        <pc:cxnChg chg="mod">
          <ac:chgData name="Jonah St. Hilaire" userId="9d0a7af2-d0bd-4748-b50b-5cc37e0fdaa3" providerId="ADAL" clId="{58AAB240-BB3C-43BA-87E9-80C5D70C8BCC}" dt="2026-09-11T16:02:30.635" v="1389" actId="1035"/>
          <ac:cxnSpMkLst>
            <pc:docMk/>
            <pc:sldMk cId="4013437199" sldId="259"/>
            <ac:cxnSpMk id="41" creationId="{7428B943-8296-7A3A-247B-C36E35D8CAF7}"/>
          </ac:cxnSpMkLst>
        </pc:cxnChg>
        <pc:cxnChg chg="mod">
          <ac:chgData name="Jonah St. Hilaire" userId="9d0a7af2-d0bd-4748-b50b-5cc37e0fdaa3" providerId="ADAL" clId="{58AAB240-BB3C-43BA-87E9-80C5D70C8BCC}" dt="2026-09-11T15:38:25.353" v="397" actId="1035"/>
          <ac:cxnSpMkLst>
            <pc:docMk/>
            <pc:sldMk cId="4013437199" sldId="259"/>
            <ac:cxnSpMk id="91" creationId="{B5D4E07F-5611-D10F-CED3-11AA445EE829}"/>
          </ac:cxnSpMkLst>
        </pc:cxnChg>
        <pc:cxnChg chg="mod">
          <ac:chgData name="Jonah St. Hilaire" userId="9d0a7af2-d0bd-4748-b50b-5cc37e0fdaa3" providerId="ADAL" clId="{58AAB240-BB3C-43BA-87E9-80C5D70C8BCC}" dt="2026-09-11T16:04:26.420" v="1421" actId="14100"/>
          <ac:cxnSpMkLst>
            <pc:docMk/>
            <pc:sldMk cId="4013437199" sldId="259"/>
            <ac:cxnSpMk id="94" creationId="{4E391D04-4DEC-6D07-FBA3-B0107B65FF84}"/>
          </ac:cxnSpMkLst>
        </pc:cxnChg>
        <pc:cxnChg chg="mod">
          <ac:chgData name="Jonah St. Hilaire" userId="9d0a7af2-d0bd-4748-b50b-5cc37e0fdaa3" providerId="ADAL" clId="{58AAB240-BB3C-43BA-87E9-80C5D70C8BCC}" dt="2026-09-11T16:08:24.206" v="1537" actId="1076"/>
          <ac:cxnSpMkLst>
            <pc:docMk/>
            <pc:sldMk cId="4013437199" sldId="259"/>
            <ac:cxnSpMk id="146" creationId="{474D9FFA-C55A-6405-0287-B95D5326256C}"/>
          </ac:cxnSpMkLst>
        </pc:cxnChg>
        <pc:cxnChg chg="add del mod">
          <ac:chgData name="Jonah St. Hilaire" userId="9d0a7af2-d0bd-4748-b50b-5cc37e0fdaa3" providerId="ADAL" clId="{58AAB240-BB3C-43BA-87E9-80C5D70C8BCC}" dt="2026-09-11T16:00:32.509" v="1268" actId="478"/>
          <ac:cxnSpMkLst>
            <pc:docMk/>
            <pc:sldMk cId="4013437199" sldId="259"/>
            <ac:cxnSpMk id="150" creationId="{B91E14AC-3074-B09E-21BA-D64429BA1A37}"/>
          </ac:cxnSpMkLst>
        </pc:cxnChg>
        <pc:cxnChg chg="add del mod">
          <ac:chgData name="Jonah St. Hilaire" userId="9d0a7af2-d0bd-4748-b50b-5cc37e0fdaa3" providerId="ADAL" clId="{58AAB240-BB3C-43BA-87E9-80C5D70C8BCC}" dt="2026-09-11T16:00:33.311" v="1269" actId="478"/>
          <ac:cxnSpMkLst>
            <pc:docMk/>
            <pc:sldMk cId="4013437199" sldId="259"/>
            <ac:cxnSpMk id="151" creationId="{1ABA433B-CD47-421A-43F9-4DD1CDD5C6D7}"/>
          </ac:cxnSpMkLst>
        </pc:cxnChg>
        <pc:cxnChg chg="del">
          <ac:chgData name="Jonah St. Hilaire" userId="9d0a7af2-d0bd-4748-b50b-5cc37e0fdaa3" providerId="ADAL" clId="{58AAB240-BB3C-43BA-87E9-80C5D70C8BCC}" dt="2026-09-11T15:53:28.236" v="800" actId="478"/>
          <ac:cxnSpMkLst>
            <pc:docMk/>
            <pc:sldMk cId="4013437199" sldId="259"/>
            <ac:cxnSpMk id="152" creationId="{BD69F56C-663D-6823-C7A0-DCF656D417AF}"/>
          </ac:cxnSpMkLst>
        </pc:cxnChg>
        <pc:cxnChg chg="del">
          <ac:chgData name="Jonah St. Hilaire" userId="9d0a7af2-d0bd-4748-b50b-5cc37e0fdaa3" providerId="ADAL" clId="{58AAB240-BB3C-43BA-87E9-80C5D70C8BCC}" dt="2026-09-11T15:53:29.045" v="801" actId="478"/>
          <ac:cxnSpMkLst>
            <pc:docMk/>
            <pc:sldMk cId="4013437199" sldId="259"/>
            <ac:cxnSpMk id="153" creationId="{C2329312-0E6D-D10D-668D-7E74EBF8A2F8}"/>
          </ac:cxnSpMkLst>
        </pc:cxnChg>
        <pc:cxnChg chg="del mod">
          <ac:chgData name="Jonah St. Hilaire" userId="9d0a7af2-d0bd-4748-b50b-5cc37e0fdaa3" providerId="ADAL" clId="{58AAB240-BB3C-43BA-87E9-80C5D70C8BCC}" dt="2026-09-11T15:56:39.393" v="847" actId="478"/>
          <ac:cxnSpMkLst>
            <pc:docMk/>
            <pc:sldMk cId="4013437199" sldId="259"/>
            <ac:cxnSpMk id="157" creationId="{84616E7B-F423-EF5F-02A6-F2D25F9A0078}"/>
          </ac:cxnSpMkLst>
        </pc:cxnChg>
        <pc:cxnChg chg="del mod">
          <ac:chgData name="Jonah St. Hilaire" userId="9d0a7af2-d0bd-4748-b50b-5cc37e0fdaa3" providerId="ADAL" clId="{58AAB240-BB3C-43BA-87E9-80C5D70C8BCC}" dt="2026-09-11T15:56:39.882" v="848" actId="478"/>
          <ac:cxnSpMkLst>
            <pc:docMk/>
            <pc:sldMk cId="4013437199" sldId="259"/>
            <ac:cxnSpMk id="158" creationId="{4EE3F3D3-B9AD-0404-4607-464D05CB93FC}"/>
          </ac:cxnSpMkLst>
        </pc:cxnChg>
        <pc:cxnChg chg="del mod">
          <ac:chgData name="Jonah St. Hilaire" userId="9d0a7af2-d0bd-4748-b50b-5cc37e0fdaa3" providerId="ADAL" clId="{58AAB240-BB3C-43BA-87E9-80C5D70C8BCC}" dt="2026-09-11T16:13:06.778" v="1710" actId="478"/>
          <ac:cxnSpMkLst>
            <pc:docMk/>
            <pc:sldMk cId="4013437199" sldId="259"/>
            <ac:cxnSpMk id="161" creationId="{2295C79E-D14D-6FBA-58D0-218FF00BECE1}"/>
          </ac:cxnSpMkLst>
        </pc:cxnChg>
        <pc:cxnChg chg="del mod">
          <ac:chgData name="Jonah St. Hilaire" userId="9d0a7af2-d0bd-4748-b50b-5cc37e0fdaa3" providerId="ADAL" clId="{58AAB240-BB3C-43BA-87E9-80C5D70C8BCC}" dt="2026-09-11T16:13:06.778" v="1710" actId="478"/>
          <ac:cxnSpMkLst>
            <pc:docMk/>
            <pc:sldMk cId="4013437199" sldId="259"/>
            <ac:cxnSpMk id="163" creationId="{8ABE4823-4A71-C4EF-8CAC-CBB017D96CCD}"/>
          </ac:cxnSpMkLst>
        </pc:cxnChg>
        <pc:cxnChg chg="del mod">
          <ac:chgData name="Jonah St. Hilaire" userId="9d0a7af2-d0bd-4748-b50b-5cc37e0fdaa3" providerId="ADAL" clId="{58AAB240-BB3C-43BA-87E9-80C5D70C8BCC}" dt="2026-09-11T16:13:06.778" v="1710" actId="478"/>
          <ac:cxnSpMkLst>
            <pc:docMk/>
            <pc:sldMk cId="4013437199" sldId="259"/>
            <ac:cxnSpMk id="165" creationId="{AF515EF8-DB81-0F0C-4139-E8D21F6E3AE3}"/>
          </ac:cxnSpMkLst>
        </pc:cxnChg>
        <pc:cxnChg chg="add mod">
          <ac:chgData name="Jonah St. Hilaire" userId="9d0a7af2-d0bd-4748-b50b-5cc37e0fdaa3" providerId="ADAL" clId="{58AAB240-BB3C-43BA-87E9-80C5D70C8BCC}" dt="2026-09-11T15:51:38.302" v="620" actId="1076"/>
          <ac:cxnSpMkLst>
            <pc:docMk/>
            <pc:sldMk cId="4013437199" sldId="259"/>
            <ac:cxnSpMk id="177" creationId="{56A518C6-C006-3A83-22A1-6DC171B2EE92}"/>
          </ac:cxnSpMkLst>
        </pc:cxnChg>
        <pc:cxnChg chg="add mod">
          <ac:chgData name="Jonah St. Hilaire" userId="9d0a7af2-d0bd-4748-b50b-5cc37e0fdaa3" providerId="ADAL" clId="{58AAB240-BB3C-43BA-87E9-80C5D70C8BCC}" dt="2026-09-11T15:51:38.302" v="620" actId="1076"/>
          <ac:cxnSpMkLst>
            <pc:docMk/>
            <pc:sldMk cId="4013437199" sldId="259"/>
            <ac:cxnSpMk id="184" creationId="{5E1DEC69-DC0F-B1C8-399E-0D2B0D860910}"/>
          </ac:cxnSpMkLst>
        </pc:cxnChg>
        <pc:cxnChg chg="add del mod">
          <ac:chgData name="Jonah St. Hilaire" userId="9d0a7af2-d0bd-4748-b50b-5cc37e0fdaa3" providerId="ADAL" clId="{58AAB240-BB3C-43BA-87E9-80C5D70C8BCC}" dt="2026-09-11T15:59:12.447" v="1046" actId="478"/>
          <ac:cxnSpMkLst>
            <pc:docMk/>
            <pc:sldMk cId="4013437199" sldId="259"/>
            <ac:cxnSpMk id="185" creationId="{E74400F4-F9CF-B5C9-66C3-B4A88CA1DBAD}"/>
          </ac:cxnSpMkLst>
        </pc:cxnChg>
        <pc:cxnChg chg="add del mod">
          <ac:chgData name="Jonah St. Hilaire" userId="9d0a7af2-d0bd-4748-b50b-5cc37e0fdaa3" providerId="ADAL" clId="{58AAB240-BB3C-43BA-87E9-80C5D70C8BCC}" dt="2026-09-11T15:59:13.271" v="1047" actId="478"/>
          <ac:cxnSpMkLst>
            <pc:docMk/>
            <pc:sldMk cId="4013437199" sldId="259"/>
            <ac:cxnSpMk id="188" creationId="{16FF09B7-9910-1092-B638-E7643E06FFD0}"/>
          </ac:cxnSpMkLst>
        </pc:cxnChg>
        <pc:cxnChg chg="add del mod">
          <ac:chgData name="Jonah St. Hilaire" userId="9d0a7af2-d0bd-4748-b50b-5cc37e0fdaa3" providerId="ADAL" clId="{58AAB240-BB3C-43BA-87E9-80C5D70C8BCC}" dt="2026-09-11T15:56:52.131" v="858" actId="478"/>
          <ac:cxnSpMkLst>
            <pc:docMk/>
            <pc:sldMk cId="4013437199" sldId="259"/>
            <ac:cxnSpMk id="205" creationId="{C76C9FEE-37BC-6C5B-875B-72249B7BD2BB}"/>
          </ac:cxnSpMkLst>
        </pc:cxnChg>
        <pc:cxnChg chg="add del mod">
          <ac:chgData name="Jonah St. Hilaire" userId="9d0a7af2-d0bd-4748-b50b-5cc37e0fdaa3" providerId="ADAL" clId="{58AAB240-BB3C-43BA-87E9-80C5D70C8BCC}" dt="2026-09-11T15:56:53.018" v="859" actId="478"/>
          <ac:cxnSpMkLst>
            <pc:docMk/>
            <pc:sldMk cId="4013437199" sldId="259"/>
            <ac:cxnSpMk id="206" creationId="{2A3DB914-7E53-85C2-61A7-93819C62C04D}"/>
          </ac:cxnSpMkLst>
        </pc:cxnChg>
        <pc:cxnChg chg="add mod">
          <ac:chgData name="Jonah St. Hilaire" userId="9d0a7af2-d0bd-4748-b50b-5cc37e0fdaa3" providerId="ADAL" clId="{58AAB240-BB3C-43BA-87E9-80C5D70C8BCC}" dt="2026-09-11T16:17:13.081" v="1803" actId="1038"/>
          <ac:cxnSpMkLst>
            <pc:docMk/>
            <pc:sldMk cId="4013437199" sldId="259"/>
            <ac:cxnSpMk id="207" creationId="{B34567E2-18C6-A0CB-5281-26E5729AD55C}"/>
          </ac:cxnSpMkLst>
        </pc:cxnChg>
        <pc:cxnChg chg="add del mod">
          <ac:chgData name="Jonah St. Hilaire" userId="9d0a7af2-d0bd-4748-b50b-5cc37e0fdaa3" providerId="ADAL" clId="{58AAB240-BB3C-43BA-87E9-80C5D70C8BCC}" dt="2026-09-11T16:18:30.833" v="1823" actId="478"/>
          <ac:cxnSpMkLst>
            <pc:docMk/>
            <pc:sldMk cId="4013437199" sldId="259"/>
            <ac:cxnSpMk id="208" creationId="{1358BCF0-4157-5FCB-586B-91A1E6D8A143}"/>
          </ac:cxnSpMkLst>
        </pc:cxnChg>
        <pc:cxnChg chg="add del mod">
          <ac:chgData name="Jonah St. Hilaire" userId="9d0a7af2-d0bd-4748-b50b-5cc37e0fdaa3" providerId="ADAL" clId="{58AAB240-BB3C-43BA-87E9-80C5D70C8BCC}" dt="2026-09-11T16:18:28.564" v="1821" actId="478"/>
          <ac:cxnSpMkLst>
            <pc:docMk/>
            <pc:sldMk cId="4013437199" sldId="259"/>
            <ac:cxnSpMk id="209" creationId="{9A3B2EDD-3BAF-7983-183D-94C199D10434}"/>
          </ac:cxnSpMkLst>
        </pc:cxnChg>
        <pc:cxnChg chg="add del mod">
          <ac:chgData name="Jonah St. Hilaire" userId="9d0a7af2-d0bd-4748-b50b-5cc37e0fdaa3" providerId="ADAL" clId="{58AAB240-BB3C-43BA-87E9-80C5D70C8BCC}" dt="2026-09-11T16:16:48.112" v="1799" actId="478"/>
          <ac:cxnSpMkLst>
            <pc:docMk/>
            <pc:sldMk cId="4013437199" sldId="259"/>
            <ac:cxnSpMk id="210" creationId="{B3254D5E-8863-D539-A06B-452916E6973E}"/>
          </ac:cxnSpMkLst>
        </pc:cxnChg>
        <pc:cxnChg chg="add del mod">
          <ac:chgData name="Jonah St. Hilaire" userId="9d0a7af2-d0bd-4748-b50b-5cc37e0fdaa3" providerId="ADAL" clId="{58AAB240-BB3C-43BA-87E9-80C5D70C8BCC}" dt="2026-09-11T16:18:21.815" v="1817" actId="478"/>
          <ac:cxnSpMkLst>
            <pc:docMk/>
            <pc:sldMk cId="4013437199" sldId="259"/>
            <ac:cxnSpMk id="211" creationId="{309394C8-8504-CC8A-87C3-B79EB0238769}"/>
          </ac:cxnSpMkLst>
        </pc:cxnChg>
        <pc:cxnChg chg="add mod">
          <ac:chgData name="Jonah St. Hilaire" userId="9d0a7af2-d0bd-4748-b50b-5cc37e0fdaa3" providerId="ADAL" clId="{58AAB240-BB3C-43BA-87E9-80C5D70C8BCC}" dt="2026-09-11T16:17:20.338" v="1804" actId="1038"/>
          <ac:cxnSpMkLst>
            <pc:docMk/>
            <pc:sldMk cId="4013437199" sldId="259"/>
            <ac:cxnSpMk id="216" creationId="{1008AD42-712B-A45C-1958-857069239952}"/>
          </ac:cxnSpMkLst>
        </pc:cxnChg>
        <pc:cxnChg chg="add del mod">
          <ac:chgData name="Jonah St. Hilaire" userId="9d0a7af2-d0bd-4748-b50b-5cc37e0fdaa3" providerId="ADAL" clId="{58AAB240-BB3C-43BA-87E9-80C5D70C8BCC}" dt="2026-09-11T16:18:25.596" v="1819" actId="478"/>
          <ac:cxnSpMkLst>
            <pc:docMk/>
            <pc:sldMk cId="4013437199" sldId="259"/>
            <ac:cxnSpMk id="218" creationId="{4631EA1A-EBAE-3AC7-2E69-369B196C846F}"/>
          </ac:cxnSpMkLst>
        </pc:cxnChg>
        <pc:cxnChg chg="add mod">
          <ac:chgData name="Jonah St. Hilaire" userId="9d0a7af2-d0bd-4748-b50b-5cc37e0fdaa3" providerId="ADAL" clId="{58AAB240-BB3C-43BA-87E9-80C5D70C8BCC}" dt="2026-09-11T17:01:14.104" v="2939" actId="1036"/>
          <ac:cxnSpMkLst>
            <pc:docMk/>
            <pc:sldMk cId="4013437199" sldId="259"/>
            <ac:cxnSpMk id="219" creationId="{CAEE3E29-3CD9-2514-2E89-CF224AA64712}"/>
          </ac:cxnSpMkLst>
        </pc:cxnChg>
        <pc:cxnChg chg="add del mod">
          <ac:chgData name="Jonah St. Hilaire" userId="9d0a7af2-d0bd-4748-b50b-5cc37e0fdaa3" providerId="ADAL" clId="{58AAB240-BB3C-43BA-87E9-80C5D70C8BCC}" dt="2026-09-11T16:18:34.789" v="1825" actId="478"/>
          <ac:cxnSpMkLst>
            <pc:docMk/>
            <pc:sldMk cId="4013437199" sldId="259"/>
            <ac:cxnSpMk id="220" creationId="{ED7E4950-7AD1-E6B9-3FD5-DEC78EFD33A4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0" creationId="{24A436F0-ED8F-7E4B-12DF-3767C5DCAC85}"/>
          </ac:cxnSpMkLst>
        </pc:cxnChg>
        <pc:cxnChg chg="add mod">
          <ac:chgData name="Jonah St. Hilaire" userId="9d0a7af2-d0bd-4748-b50b-5cc37e0fdaa3" providerId="ADAL" clId="{58AAB240-BB3C-43BA-87E9-80C5D70C8BCC}" dt="2026-09-11T16:17:06.856" v="1802" actId="1037"/>
          <ac:cxnSpMkLst>
            <pc:docMk/>
            <pc:sldMk cId="4013437199" sldId="259"/>
            <ac:cxnSpMk id="241" creationId="{3AA5422E-B8F0-E458-A358-550775865BC5}"/>
          </ac:cxnSpMkLst>
        </pc:cxnChg>
        <pc:cxnChg chg="add del mod">
          <ac:chgData name="Jonah St. Hilaire" userId="9d0a7af2-d0bd-4748-b50b-5cc37e0fdaa3" providerId="ADAL" clId="{58AAB240-BB3C-43BA-87E9-80C5D70C8BCC}" dt="2026-09-11T16:18:19.625" v="1816" actId="478"/>
          <ac:cxnSpMkLst>
            <pc:docMk/>
            <pc:sldMk cId="4013437199" sldId="259"/>
            <ac:cxnSpMk id="244" creationId="{EF140DAF-309B-4188-38F6-AC4BF71E7100}"/>
          </ac:cxnSpMkLst>
        </pc:cxnChg>
        <pc:cxnChg chg="add del mod">
          <ac:chgData name="Jonah St. Hilaire" userId="9d0a7af2-d0bd-4748-b50b-5cc37e0fdaa3" providerId="ADAL" clId="{58AAB240-BB3C-43BA-87E9-80C5D70C8BCC}" dt="2026-09-11T16:16:57.218" v="1801" actId="478"/>
          <ac:cxnSpMkLst>
            <pc:docMk/>
            <pc:sldMk cId="4013437199" sldId="259"/>
            <ac:cxnSpMk id="246" creationId="{70DE634A-6A25-5239-4186-9F90CE27E1AE}"/>
          </ac:cxnSpMkLst>
        </pc:cxnChg>
        <pc:cxnChg chg="add del mod">
          <ac:chgData name="Jonah St. Hilaire" userId="9d0a7af2-d0bd-4748-b50b-5cc37e0fdaa3" providerId="ADAL" clId="{58AAB240-BB3C-43BA-87E9-80C5D70C8BCC}" dt="2026-09-11T16:18:16.188" v="1814" actId="478"/>
          <ac:cxnSpMkLst>
            <pc:docMk/>
            <pc:sldMk cId="4013437199" sldId="259"/>
            <ac:cxnSpMk id="247" creationId="{9485834C-C5EF-CDB4-7B6D-5A0B52086054}"/>
          </ac:cxnSpMkLst>
        </pc:cxnChg>
        <pc:cxnChg chg="add del mod">
          <ac:chgData name="Jonah St. Hilaire" userId="9d0a7af2-d0bd-4748-b50b-5cc37e0fdaa3" providerId="ADAL" clId="{58AAB240-BB3C-43BA-87E9-80C5D70C8BCC}" dt="2026-09-11T16:16:51.788" v="1800" actId="478"/>
          <ac:cxnSpMkLst>
            <pc:docMk/>
            <pc:sldMk cId="4013437199" sldId="259"/>
            <ac:cxnSpMk id="252" creationId="{23C1C999-3C25-67C2-CABD-138D22105512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63" creationId="{F10029D0-86C5-F9E2-429D-82D502848F1F}"/>
          </ac:cxnSpMkLst>
        </pc:cxnChg>
        <pc:cxnChg chg="mod">
          <ac:chgData name="Jonah St. Hilaire" userId="9d0a7af2-d0bd-4748-b50b-5cc37e0fdaa3" providerId="ADAL" clId="{58AAB240-BB3C-43BA-87E9-80C5D70C8BCC}" dt="2026-09-11T16:05:32.372" v="1467" actId="1076"/>
          <ac:cxnSpMkLst>
            <pc:docMk/>
            <pc:sldMk cId="4013437199" sldId="259"/>
            <ac:cxnSpMk id="264" creationId="{82323032-CC55-7B1F-EC84-1052A85723BC}"/>
          </ac:cxnSpMkLst>
        </pc:cxnChg>
        <pc:cxnChg chg="add del mod">
          <ac:chgData name="Jonah St. Hilaire" userId="9d0a7af2-d0bd-4748-b50b-5cc37e0fdaa3" providerId="ADAL" clId="{58AAB240-BB3C-43BA-87E9-80C5D70C8BCC}" dt="2026-09-11T16:35:38.433" v="2260" actId="14100"/>
          <ac:cxnSpMkLst>
            <pc:docMk/>
            <pc:sldMk cId="4013437199" sldId="259"/>
            <ac:cxnSpMk id="265" creationId="{DC3F66B7-D934-02CF-908A-0A5398A41A3D}"/>
          </ac:cxnSpMkLst>
        </pc:cxnChg>
        <pc:cxnChg chg="add del mod">
          <ac:chgData name="Jonah St. Hilaire" userId="9d0a7af2-d0bd-4748-b50b-5cc37e0fdaa3" providerId="ADAL" clId="{58AAB240-BB3C-43BA-87E9-80C5D70C8BCC}" dt="2026-09-11T16:25:08.730" v="2051" actId="478"/>
          <ac:cxnSpMkLst>
            <pc:docMk/>
            <pc:sldMk cId="4013437199" sldId="259"/>
            <ac:cxnSpMk id="266" creationId="{C26EABEE-740F-2745-EC71-91430E4B0160}"/>
          </ac:cxnSpMkLst>
        </pc:cxnChg>
        <pc:cxnChg chg="mod">
          <ac:chgData name="Jonah St. Hilaire" userId="9d0a7af2-d0bd-4748-b50b-5cc37e0fdaa3" providerId="ADAL" clId="{58AAB240-BB3C-43BA-87E9-80C5D70C8BCC}" dt="2026-09-11T16:05:55.800" v="1473" actId="1035"/>
          <ac:cxnSpMkLst>
            <pc:docMk/>
            <pc:sldMk cId="4013437199" sldId="259"/>
            <ac:cxnSpMk id="267" creationId="{700AB4B6-2E91-3501-15BA-EA507AA580A4}"/>
          </ac:cxnSpMkLst>
        </pc:cxnChg>
        <pc:cxnChg chg="mod">
          <ac:chgData name="Jonah St. Hilaire" userId="9d0a7af2-d0bd-4748-b50b-5cc37e0fdaa3" providerId="ADAL" clId="{58AAB240-BB3C-43BA-87E9-80C5D70C8BCC}" dt="2026-09-11T16:06:22.257" v="1483" actId="1037"/>
          <ac:cxnSpMkLst>
            <pc:docMk/>
            <pc:sldMk cId="4013437199" sldId="259"/>
            <ac:cxnSpMk id="269" creationId="{17B2510F-03ED-B4BA-1F74-AB23808C61A3}"/>
          </ac:cxnSpMkLst>
        </pc:cxnChg>
        <pc:cxnChg chg="add del mod">
          <ac:chgData name="Jonah St. Hilaire" userId="9d0a7af2-d0bd-4748-b50b-5cc37e0fdaa3" providerId="ADAL" clId="{58AAB240-BB3C-43BA-87E9-80C5D70C8BCC}" dt="2026-09-11T16:35:31.601" v="2259" actId="14100"/>
          <ac:cxnSpMkLst>
            <pc:docMk/>
            <pc:sldMk cId="4013437199" sldId="259"/>
            <ac:cxnSpMk id="273" creationId="{0F9F0883-A4F5-0D5E-6AFA-D48125417783}"/>
          </ac:cxnSpMkLst>
        </pc:cxnChg>
        <pc:cxnChg chg="add mod">
          <ac:chgData name="Jonah St. Hilaire" userId="9d0a7af2-d0bd-4748-b50b-5cc37e0fdaa3" providerId="ADAL" clId="{58AAB240-BB3C-43BA-87E9-80C5D70C8BCC}" dt="2026-09-11T16:35:05.924" v="2258" actId="1038"/>
          <ac:cxnSpMkLst>
            <pc:docMk/>
            <pc:sldMk cId="4013437199" sldId="259"/>
            <ac:cxnSpMk id="279" creationId="{7618F4E2-536C-6367-4854-095DBBF1E735}"/>
          </ac:cxnSpMkLst>
        </pc:cxnChg>
        <pc:cxnChg chg="add mod">
          <ac:chgData name="Jonah St. Hilaire" userId="9d0a7af2-d0bd-4748-b50b-5cc37e0fdaa3" providerId="ADAL" clId="{58AAB240-BB3C-43BA-87E9-80C5D70C8BCC}" dt="2026-09-11T17:02:01.632" v="2947" actId="692"/>
          <ac:cxnSpMkLst>
            <pc:docMk/>
            <pc:sldMk cId="4013437199" sldId="259"/>
            <ac:cxnSpMk id="281" creationId="{066A4642-03A5-2A51-98F9-8847A14361A6}"/>
          </ac:cxnSpMkLst>
        </pc:cxnChg>
        <pc:cxnChg chg="add mod">
          <ac:chgData name="Jonah St. Hilaire" userId="9d0a7af2-d0bd-4748-b50b-5cc37e0fdaa3" providerId="ADAL" clId="{58AAB240-BB3C-43BA-87E9-80C5D70C8BCC}" dt="2026-09-11T17:02:04.379" v="2948" actId="692"/>
          <ac:cxnSpMkLst>
            <pc:docMk/>
            <pc:sldMk cId="4013437199" sldId="259"/>
            <ac:cxnSpMk id="282" creationId="{D6C267BD-1B91-E90F-FC38-83C7B9A30959}"/>
          </ac:cxnSpMkLst>
        </pc:cxnChg>
        <pc:cxnChg chg="add del mod">
          <ac:chgData name="Jonah St. Hilaire" userId="9d0a7af2-d0bd-4748-b50b-5cc37e0fdaa3" providerId="ADAL" clId="{58AAB240-BB3C-43BA-87E9-80C5D70C8BCC}" dt="2026-09-11T16:37:00.370" v="2289" actId="478"/>
          <ac:cxnSpMkLst>
            <pc:docMk/>
            <pc:sldMk cId="4013437199" sldId="259"/>
            <ac:cxnSpMk id="309" creationId="{45893BAA-B4E3-92F7-8EC0-90D564D44F43}"/>
          </ac:cxnSpMkLst>
        </pc:cxnChg>
        <pc:cxnChg chg="add del mod">
          <ac:chgData name="Jonah St. Hilaire" userId="9d0a7af2-d0bd-4748-b50b-5cc37e0fdaa3" providerId="ADAL" clId="{58AAB240-BB3C-43BA-87E9-80C5D70C8BCC}" dt="2026-09-11T16:43:58.945" v="2576" actId="478"/>
          <ac:cxnSpMkLst>
            <pc:docMk/>
            <pc:sldMk cId="4013437199" sldId="259"/>
            <ac:cxnSpMk id="310" creationId="{F95411D3-C6A3-296A-F2E6-FC4AA66A82ED}"/>
          </ac:cxnSpMkLst>
        </pc:cxnChg>
        <pc:cxnChg chg="add del mod">
          <ac:chgData name="Jonah St. Hilaire" userId="9d0a7af2-d0bd-4748-b50b-5cc37e0fdaa3" providerId="ADAL" clId="{58AAB240-BB3C-43BA-87E9-80C5D70C8BCC}" dt="2026-09-11T16:43:58.166" v="2575" actId="478"/>
          <ac:cxnSpMkLst>
            <pc:docMk/>
            <pc:sldMk cId="4013437199" sldId="259"/>
            <ac:cxnSpMk id="311" creationId="{A4CFBC9B-153D-7A6B-E873-F68ACE3559E2}"/>
          </ac:cxnSpMkLst>
        </pc:cxnChg>
        <pc:cxnChg chg="add del mod">
          <ac:chgData name="Jonah St. Hilaire" userId="9d0a7af2-d0bd-4748-b50b-5cc37e0fdaa3" providerId="ADAL" clId="{58AAB240-BB3C-43BA-87E9-80C5D70C8BCC}" dt="2026-09-11T16:37:05.487" v="2291" actId="11529"/>
          <ac:cxnSpMkLst>
            <pc:docMk/>
            <pc:sldMk cId="4013437199" sldId="259"/>
            <ac:cxnSpMk id="322" creationId="{806AF84C-E767-81B4-A971-A778DD3F05A4}"/>
          </ac:cxnSpMkLst>
        </pc:cxnChg>
        <pc:cxnChg chg="add mod">
          <ac:chgData name="Jonah St. Hilaire" userId="9d0a7af2-d0bd-4748-b50b-5cc37e0fdaa3" providerId="ADAL" clId="{58AAB240-BB3C-43BA-87E9-80C5D70C8BCC}" dt="2026-09-11T17:01:53.291" v="2945" actId="692"/>
          <ac:cxnSpMkLst>
            <pc:docMk/>
            <pc:sldMk cId="4013437199" sldId="259"/>
            <ac:cxnSpMk id="324" creationId="{8076F3DF-1B08-A123-1EB2-9C82504C8428}"/>
          </ac:cxnSpMkLst>
        </pc:cxnChg>
        <pc:cxnChg chg="add del">
          <ac:chgData name="Jonah St. Hilaire" userId="9d0a7af2-d0bd-4748-b50b-5cc37e0fdaa3" providerId="ADAL" clId="{58AAB240-BB3C-43BA-87E9-80C5D70C8BCC}" dt="2026-09-11T16:39:49.087" v="2313" actId="11529"/>
          <ac:cxnSpMkLst>
            <pc:docMk/>
            <pc:sldMk cId="4013437199" sldId="259"/>
            <ac:cxnSpMk id="332" creationId="{B8BC5C72-A830-0AF5-7E49-6E6AABB704D3}"/>
          </ac:cxnSpMkLst>
        </pc:cxnChg>
        <pc:cxnChg chg="add mod">
          <ac:chgData name="Jonah St. Hilaire" userId="9d0a7af2-d0bd-4748-b50b-5cc37e0fdaa3" providerId="ADAL" clId="{58AAB240-BB3C-43BA-87E9-80C5D70C8BCC}" dt="2026-09-11T17:01:50.506" v="2944" actId="692"/>
          <ac:cxnSpMkLst>
            <pc:docMk/>
            <pc:sldMk cId="4013437199" sldId="259"/>
            <ac:cxnSpMk id="333" creationId="{A9EE24EC-0290-83F9-F1A6-C891EA44B546}"/>
          </ac:cxnSpMkLst>
        </pc:cxnChg>
        <pc:cxnChg chg="add mod">
          <ac:chgData name="Jonah St. Hilaire" userId="9d0a7af2-d0bd-4748-b50b-5cc37e0fdaa3" providerId="ADAL" clId="{58AAB240-BB3C-43BA-87E9-80C5D70C8BCC}" dt="2026-09-11T17:01:55.451" v="2946" actId="692"/>
          <ac:cxnSpMkLst>
            <pc:docMk/>
            <pc:sldMk cId="4013437199" sldId="259"/>
            <ac:cxnSpMk id="334" creationId="{D9E7C3BC-B92E-AA9B-FCC6-FE1315A3A36E}"/>
          </ac:cxnSpMkLst>
        </pc:cxnChg>
        <pc:cxnChg chg="add del mod">
          <ac:chgData name="Jonah St. Hilaire" userId="9d0a7af2-d0bd-4748-b50b-5cc37e0fdaa3" providerId="ADAL" clId="{58AAB240-BB3C-43BA-87E9-80C5D70C8BCC}" dt="2026-09-11T16:41:18.911" v="2426" actId="478"/>
          <ac:cxnSpMkLst>
            <pc:docMk/>
            <pc:sldMk cId="4013437199" sldId="259"/>
            <ac:cxnSpMk id="336" creationId="{104C2656-37C3-B58D-FAC0-751DCEED2815}"/>
          </ac:cxnSpMkLst>
        </pc:cxnChg>
        <pc:cxnChg chg="add del mod">
          <ac:chgData name="Jonah St. Hilaire" userId="9d0a7af2-d0bd-4748-b50b-5cc37e0fdaa3" providerId="ADAL" clId="{58AAB240-BB3C-43BA-87E9-80C5D70C8BCC}" dt="2026-09-11T16:47:27.739" v="2641" actId="478"/>
          <ac:cxnSpMkLst>
            <pc:docMk/>
            <pc:sldMk cId="4013437199" sldId="259"/>
            <ac:cxnSpMk id="352" creationId="{DE9C1F0F-CA5A-6283-A94F-A8D4AA7DAD69}"/>
          </ac:cxnSpMkLst>
        </pc:cxnChg>
        <pc:cxnChg chg="add del mod">
          <ac:chgData name="Jonah St. Hilaire" userId="9d0a7af2-d0bd-4748-b50b-5cc37e0fdaa3" providerId="ADAL" clId="{58AAB240-BB3C-43BA-87E9-80C5D70C8BCC}" dt="2026-09-11T16:46:17.186" v="2620" actId="478"/>
          <ac:cxnSpMkLst>
            <pc:docMk/>
            <pc:sldMk cId="4013437199" sldId="259"/>
            <ac:cxnSpMk id="353" creationId="{83BE505F-77CC-86AC-1394-70B0AF02EA6E}"/>
          </ac:cxnSpMkLst>
        </pc:cxnChg>
        <pc:cxnChg chg="add del mod">
          <ac:chgData name="Jonah St. Hilaire" userId="9d0a7af2-d0bd-4748-b50b-5cc37e0fdaa3" providerId="ADAL" clId="{58AAB240-BB3C-43BA-87E9-80C5D70C8BCC}" dt="2026-09-11T16:46:27.650" v="2633" actId="478"/>
          <ac:cxnSpMkLst>
            <pc:docMk/>
            <pc:sldMk cId="4013437199" sldId="259"/>
            <ac:cxnSpMk id="354" creationId="{CF59E612-5B89-F484-514C-0D0E334E8BF3}"/>
          </ac:cxnSpMkLst>
        </pc:cxnChg>
        <pc:cxnChg chg="add del mod">
          <ac:chgData name="Jonah St. Hilaire" userId="9d0a7af2-d0bd-4748-b50b-5cc37e0fdaa3" providerId="ADAL" clId="{58AAB240-BB3C-43BA-87E9-80C5D70C8BCC}" dt="2026-09-11T16:46:17.186" v="2620" actId="478"/>
          <ac:cxnSpMkLst>
            <pc:docMk/>
            <pc:sldMk cId="4013437199" sldId="259"/>
            <ac:cxnSpMk id="355" creationId="{534A7EDB-E15E-7CCC-4783-F69046059CCE}"/>
          </ac:cxnSpMkLst>
        </pc:cxnChg>
        <pc:cxnChg chg="add mod">
          <ac:chgData name="Jonah St. Hilaire" userId="9d0a7af2-d0bd-4748-b50b-5cc37e0fdaa3" providerId="ADAL" clId="{58AAB240-BB3C-43BA-87E9-80C5D70C8BCC}" dt="2026-09-11T17:01:43.693" v="2942" actId="692"/>
          <ac:cxnSpMkLst>
            <pc:docMk/>
            <pc:sldMk cId="4013437199" sldId="259"/>
            <ac:cxnSpMk id="356" creationId="{C137458F-D7F6-2A49-10D6-EA5805EC9ACA}"/>
          </ac:cxnSpMkLst>
        </pc:cxnChg>
        <pc:cxnChg chg="add mod">
          <ac:chgData name="Jonah St. Hilaire" userId="9d0a7af2-d0bd-4748-b50b-5cc37e0fdaa3" providerId="ADAL" clId="{58AAB240-BB3C-43BA-87E9-80C5D70C8BCC}" dt="2026-09-11T17:01:46.124" v="2943" actId="692"/>
          <ac:cxnSpMkLst>
            <pc:docMk/>
            <pc:sldMk cId="4013437199" sldId="259"/>
            <ac:cxnSpMk id="357" creationId="{76F9DE1E-207C-ACB5-0605-03C064A8D003}"/>
          </ac:cxnSpMkLst>
        </pc:cxnChg>
        <pc:cxnChg chg="add mod">
          <ac:chgData name="Jonah St. Hilaire" userId="9d0a7af2-d0bd-4748-b50b-5cc37e0fdaa3" providerId="ADAL" clId="{58AAB240-BB3C-43BA-87E9-80C5D70C8BCC}" dt="2026-09-11T17:01:36.971" v="2941" actId="692"/>
          <ac:cxnSpMkLst>
            <pc:docMk/>
            <pc:sldMk cId="4013437199" sldId="259"/>
            <ac:cxnSpMk id="362" creationId="{7A18F6CE-E48B-DCBF-894E-5BE4D5B192A8}"/>
          </ac:cxnSpMkLst>
        </pc:cxnChg>
        <pc:cxnChg chg="add mod">
          <ac:chgData name="Jonah St. Hilaire" userId="9d0a7af2-d0bd-4748-b50b-5cc37e0fdaa3" providerId="ADAL" clId="{58AAB240-BB3C-43BA-87E9-80C5D70C8BCC}" dt="2026-09-11T17:01:33.187" v="2940" actId="692"/>
          <ac:cxnSpMkLst>
            <pc:docMk/>
            <pc:sldMk cId="4013437199" sldId="259"/>
            <ac:cxnSpMk id="363" creationId="{C6F45FA7-0DA6-6109-DDF8-B86FD9658613}"/>
          </ac:cxnSpMkLst>
        </pc:cxnChg>
        <pc:cxnChg chg="add del">
          <ac:chgData name="Jonah St. Hilaire" userId="9d0a7af2-d0bd-4748-b50b-5cc37e0fdaa3" providerId="ADAL" clId="{58AAB240-BB3C-43BA-87E9-80C5D70C8BCC}" dt="2026-09-11T16:51:37.284" v="2828" actId="11529"/>
          <ac:cxnSpMkLst>
            <pc:docMk/>
            <pc:sldMk cId="4013437199" sldId="259"/>
            <ac:cxnSpMk id="369" creationId="{D8F152DA-7FB3-BED5-C52E-413308B30483}"/>
          </ac:cxnSpMkLst>
        </pc:cxnChg>
      </pc:sldChg>
      <pc:sldChg chg="add del ord">
        <pc:chgData name="Jonah St. Hilaire" userId="9d0a7af2-d0bd-4748-b50b-5cc37e0fdaa3" providerId="ADAL" clId="{58AAB240-BB3C-43BA-87E9-80C5D70C8BCC}" dt="2026-09-11T16:14:08.860" v="1716" actId="47"/>
        <pc:sldMkLst>
          <pc:docMk/>
          <pc:sldMk cId="1054510852" sldId="260"/>
        </pc:sldMkLst>
      </pc:sldChg>
      <pc:sldChg chg="addSp delSp modSp new mod ord">
        <pc:chgData name="Jonah St. Hilaire" userId="9d0a7af2-d0bd-4748-b50b-5cc37e0fdaa3" providerId="ADAL" clId="{58AAB240-BB3C-43BA-87E9-80C5D70C8BCC}" dt="2026-09-11T19:34:29.126" v="4252" actId="1076"/>
        <pc:sldMkLst>
          <pc:docMk/>
          <pc:sldMk cId="3939624714" sldId="260"/>
        </pc:sldMkLst>
        <pc:spChg chg="del">
          <ac:chgData name="Jonah St. Hilaire" userId="9d0a7af2-d0bd-4748-b50b-5cc37e0fdaa3" providerId="ADAL" clId="{58AAB240-BB3C-43BA-87E9-80C5D70C8BCC}" dt="2026-09-11T16:19:14.504" v="1828" actId="478"/>
          <ac:spMkLst>
            <pc:docMk/>
            <pc:sldMk cId="3939624714" sldId="260"/>
            <ac:spMk id="2" creationId="{34C54DA0-FE71-4D52-C8D2-5040C9B64E95}"/>
          </ac:spMkLst>
        </pc:spChg>
        <pc:spChg chg="del">
          <ac:chgData name="Jonah St. Hilaire" userId="9d0a7af2-d0bd-4748-b50b-5cc37e0fdaa3" providerId="ADAL" clId="{58AAB240-BB3C-43BA-87E9-80C5D70C8BCC}" dt="2026-09-11T16:19:13.532" v="1827" actId="478"/>
          <ac:spMkLst>
            <pc:docMk/>
            <pc:sldMk cId="3939624714" sldId="260"/>
            <ac:spMk id="3" creationId="{39ABE3F5-84EF-E80A-266B-A85AA7419603}"/>
          </ac:spMkLst>
        </pc:spChg>
        <pc:spChg chg="del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5" creationId="{DDB88A80-0594-F5B2-0316-F39578D9BDF4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6" creationId="{D37AD480-6E9B-8128-6656-CB7A2A25ED68}"/>
          </ac:spMkLst>
        </pc:spChg>
        <pc:spChg chg="del mod">
          <ac:chgData name="Jonah St. Hilaire" userId="9d0a7af2-d0bd-4748-b50b-5cc37e0fdaa3" providerId="ADAL" clId="{58AAB240-BB3C-43BA-87E9-80C5D70C8BCC}" dt="2026-09-11T16:58:35.263" v="2900" actId="478"/>
          <ac:spMkLst>
            <pc:docMk/>
            <pc:sldMk cId="3939624714" sldId="260"/>
            <ac:spMk id="8" creationId="{2AD41296-DF63-4A29-CF7D-AF27415C1F7B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10" creationId="{B4D0CEE8-4C00-FE97-CAA0-BCF98EF34AA0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11" creationId="{29F2196E-A221-EF0D-E051-8758F85D3DED}"/>
          </ac:spMkLst>
        </pc:spChg>
        <pc:spChg chg="add del mod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16" creationId="{1C4C3593-485C-2B4F-3054-30E6EB02BA0E}"/>
          </ac:spMkLst>
        </pc:spChg>
        <pc:spChg chg="del mod">
          <ac:chgData name="Jonah St. Hilaire" userId="9d0a7af2-d0bd-4748-b50b-5cc37e0fdaa3" providerId="ADAL" clId="{58AAB240-BB3C-43BA-87E9-80C5D70C8BCC}" dt="2026-09-11T17:00:27.892" v="2929" actId="478"/>
          <ac:spMkLst>
            <pc:docMk/>
            <pc:sldMk cId="3939624714" sldId="260"/>
            <ac:spMk id="17" creationId="{F4CD3F85-5CBC-2B73-1A55-4EF84E841526}"/>
          </ac:spMkLst>
        </pc:spChg>
        <pc:spChg chg="del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20" creationId="{B293FEBD-065F-BC80-5A7F-C827205AC322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22" creationId="{700F9A5C-80F2-CB19-CA78-44EDD220BEB2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23" creationId="{76818E08-1645-E271-35D1-37C30010461D}"/>
          </ac:spMkLst>
        </pc:spChg>
        <pc:spChg chg="add del mod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24" creationId="{38CE9E33-7E76-C3BC-6677-2FCFC04FA3EB}"/>
          </ac:spMkLst>
        </pc:spChg>
        <pc:spChg chg="add mod">
          <ac:chgData name="Jonah St. Hilaire" userId="9d0a7af2-d0bd-4748-b50b-5cc37e0fdaa3" providerId="ADAL" clId="{58AAB240-BB3C-43BA-87E9-80C5D70C8BCC}" dt="2026-09-11T16:55:02.572" v="2850"/>
          <ac:spMkLst>
            <pc:docMk/>
            <pc:sldMk cId="3939624714" sldId="260"/>
            <ac:spMk id="25" creationId="{8C767B78-8BF0-C48B-A498-4F1698632D03}"/>
          </ac:spMkLst>
        </pc:spChg>
        <pc:spChg chg="del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27" creationId="{BF478604-7846-614A-C46C-D66A3D04F4DB}"/>
          </ac:spMkLst>
        </pc:spChg>
        <pc:spChg chg="add del mod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28" creationId="{23338634-5E6E-FDAB-EA20-F51541874D12}"/>
          </ac:spMkLst>
        </pc:spChg>
        <pc:spChg chg="del mod">
          <ac:chgData name="Jonah St. Hilaire" userId="9d0a7af2-d0bd-4748-b50b-5cc37e0fdaa3" providerId="ADAL" clId="{58AAB240-BB3C-43BA-87E9-80C5D70C8BCC}" dt="2026-09-11T17:04:52.200" v="2974" actId="478"/>
          <ac:spMkLst>
            <pc:docMk/>
            <pc:sldMk cId="3939624714" sldId="260"/>
            <ac:spMk id="29" creationId="{A14E3A30-E4AF-604E-1C1D-A42DD5CB8EE5}"/>
          </ac:spMkLst>
        </pc:spChg>
        <pc:spChg chg="del mod">
          <ac:chgData name="Jonah St. Hilaire" userId="9d0a7af2-d0bd-4748-b50b-5cc37e0fdaa3" providerId="ADAL" clId="{58AAB240-BB3C-43BA-87E9-80C5D70C8BCC}" dt="2026-09-11T19:14:34.968" v="3777" actId="478"/>
          <ac:spMkLst>
            <pc:docMk/>
            <pc:sldMk cId="3939624714" sldId="260"/>
            <ac:spMk id="30" creationId="{8235941C-FE75-5F7F-3390-AAC68ECB282E}"/>
          </ac:spMkLst>
        </pc:spChg>
        <pc:spChg chg="add del mod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32" creationId="{0DAB1F94-003D-2C52-1DD8-7A4A1C6838FD}"/>
          </ac:spMkLst>
        </pc:spChg>
        <pc:spChg chg="add del mod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33" creationId="{FFFD0DFF-A996-A5E3-4E21-49F6B467ADC8}"/>
          </ac:spMkLst>
        </pc:spChg>
        <pc:spChg chg="del mod">
          <ac:chgData name="Jonah St. Hilaire" userId="9d0a7af2-d0bd-4748-b50b-5cc37e0fdaa3" providerId="ADAL" clId="{58AAB240-BB3C-43BA-87E9-80C5D70C8BCC}" dt="2026-09-11T19:13:06.740" v="3758" actId="478"/>
          <ac:spMkLst>
            <pc:docMk/>
            <pc:sldMk cId="3939624714" sldId="260"/>
            <ac:spMk id="34" creationId="{077F3136-C93C-8509-7DCA-783C13EAD0B3}"/>
          </ac:spMkLst>
        </pc:spChg>
        <pc:spChg chg="del mod">
          <ac:chgData name="Jonah St. Hilaire" userId="9d0a7af2-d0bd-4748-b50b-5cc37e0fdaa3" providerId="ADAL" clId="{58AAB240-BB3C-43BA-87E9-80C5D70C8BCC}" dt="2026-09-11T19:13:06.740" v="3758" actId="478"/>
          <ac:spMkLst>
            <pc:docMk/>
            <pc:sldMk cId="3939624714" sldId="260"/>
            <ac:spMk id="35" creationId="{35721866-28F6-41E2-886A-05706AA0BF87}"/>
          </ac:spMkLst>
        </pc:spChg>
        <pc:spChg chg="del">
          <ac:chgData name="Jonah St. Hilaire" userId="9d0a7af2-d0bd-4748-b50b-5cc37e0fdaa3" providerId="ADAL" clId="{58AAB240-BB3C-43BA-87E9-80C5D70C8BCC}" dt="2026-09-11T17:06:04.488" v="3000" actId="478"/>
          <ac:spMkLst>
            <pc:docMk/>
            <pc:sldMk cId="3939624714" sldId="260"/>
            <ac:spMk id="36" creationId="{FDA80097-3DB6-8947-5281-F6B06280A6FB}"/>
          </ac:spMkLst>
        </pc:spChg>
        <pc:spChg chg="mod">
          <ac:chgData name="Jonah St. Hilaire" userId="9d0a7af2-d0bd-4748-b50b-5cc37e0fdaa3" providerId="ADAL" clId="{58AAB240-BB3C-43BA-87E9-80C5D70C8BCC}" dt="2026-09-11T19:19:34.284" v="3885" actId="1036"/>
          <ac:spMkLst>
            <pc:docMk/>
            <pc:sldMk cId="3939624714" sldId="260"/>
            <ac:spMk id="37" creationId="{FBDFE451-9839-FFFD-F25D-F5BBD801412D}"/>
          </ac:spMkLst>
        </pc:spChg>
        <pc:spChg chg="mod">
          <ac:chgData name="Jonah St. Hilaire" userId="9d0a7af2-d0bd-4748-b50b-5cc37e0fdaa3" providerId="ADAL" clId="{58AAB240-BB3C-43BA-87E9-80C5D70C8BCC}" dt="2026-09-11T19:01:08.546" v="3378" actId="1035"/>
          <ac:spMkLst>
            <pc:docMk/>
            <pc:sldMk cId="3939624714" sldId="260"/>
            <ac:spMk id="38" creationId="{9B3E3F47-0FD2-6065-0067-D6DD1154581B}"/>
          </ac:spMkLst>
        </pc:spChg>
        <pc:spChg chg="del">
          <ac:chgData name="Jonah St. Hilaire" userId="9d0a7af2-d0bd-4748-b50b-5cc37e0fdaa3" providerId="ADAL" clId="{58AAB240-BB3C-43BA-87E9-80C5D70C8BCC}" dt="2026-09-11T17:04:53.291" v="2975" actId="478"/>
          <ac:spMkLst>
            <pc:docMk/>
            <pc:sldMk cId="3939624714" sldId="260"/>
            <ac:spMk id="39" creationId="{6050A09E-8AAA-3198-EFF9-F4558F9B08C1}"/>
          </ac:spMkLst>
        </pc:spChg>
        <pc:spChg chg="add mod">
          <ac:chgData name="Jonah St. Hilaire" userId="9d0a7af2-d0bd-4748-b50b-5cc37e0fdaa3" providerId="ADAL" clId="{58AAB240-BB3C-43BA-87E9-80C5D70C8BCC}" dt="2026-09-11T17:02:56.987" v="2952" actId="1076"/>
          <ac:spMkLst>
            <pc:docMk/>
            <pc:sldMk cId="3939624714" sldId="260"/>
            <ac:spMk id="40" creationId="{E474CE08-E672-AD32-31FF-AED59C785FAE}"/>
          </ac:spMkLst>
        </pc:spChg>
        <pc:spChg chg="mod">
          <ac:chgData name="Jonah St. Hilaire" userId="9d0a7af2-d0bd-4748-b50b-5cc37e0fdaa3" providerId="ADAL" clId="{58AAB240-BB3C-43BA-87E9-80C5D70C8BCC}" dt="2026-09-11T19:01:01.660" v="3361" actId="1036"/>
          <ac:spMkLst>
            <pc:docMk/>
            <pc:sldMk cId="3939624714" sldId="260"/>
            <ac:spMk id="48" creationId="{5CAED1DB-7B4E-FA70-92F3-BD78C6D871E0}"/>
          </ac:spMkLst>
        </pc:spChg>
        <pc:spChg chg="mod">
          <ac:chgData name="Jonah St. Hilaire" userId="9d0a7af2-d0bd-4748-b50b-5cc37e0fdaa3" providerId="ADAL" clId="{58AAB240-BB3C-43BA-87E9-80C5D70C8BCC}" dt="2026-09-11T19:19:28.566" v="3881" actId="1036"/>
          <ac:spMkLst>
            <pc:docMk/>
            <pc:sldMk cId="3939624714" sldId="260"/>
            <ac:spMk id="49" creationId="{B93323AD-BDAC-30E0-3792-C1ACD85790DC}"/>
          </ac:spMkLst>
        </pc:spChg>
        <pc:spChg chg="mod">
          <ac:chgData name="Jonah St. Hilaire" userId="9d0a7af2-d0bd-4748-b50b-5cc37e0fdaa3" providerId="ADAL" clId="{58AAB240-BB3C-43BA-87E9-80C5D70C8BCC}" dt="2026-09-11T19:01:31.102" v="3429" actId="1035"/>
          <ac:spMkLst>
            <pc:docMk/>
            <pc:sldMk cId="3939624714" sldId="260"/>
            <ac:spMk id="50" creationId="{C829D976-CFD4-B889-F33F-996F3602185E}"/>
          </ac:spMkLst>
        </pc:spChg>
        <pc:spChg chg="mod">
          <ac:chgData name="Jonah St. Hilaire" userId="9d0a7af2-d0bd-4748-b50b-5cc37e0fdaa3" providerId="ADAL" clId="{58AAB240-BB3C-43BA-87E9-80C5D70C8BCC}" dt="2026-09-11T19:01:24.260" v="3412" actId="1036"/>
          <ac:spMkLst>
            <pc:docMk/>
            <pc:sldMk cId="3939624714" sldId="260"/>
            <ac:spMk id="54" creationId="{1F527208-CE83-9CC8-0F15-13A809D22C71}"/>
          </ac:spMkLst>
        </pc:spChg>
        <pc:spChg chg="mod">
          <ac:chgData name="Jonah St. Hilaire" userId="9d0a7af2-d0bd-4748-b50b-5cc37e0fdaa3" providerId="ADAL" clId="{58AAB240-BB3C-43BA-87E9-80C5D70C8BCC}" dt="2026-09-11T18:56:13.362" v="3026" actId="403"/>
          <ac:spMkLst>
            <pc:docMk/>
            <pc:sldMk cId="3939624714" sldId="260"/>
            <ac:spMk id="58" creationId="{8C220D67-50CF-9A97-B5D8-0EDF5C7C5878}"/>
          </ac:spMkLst>
        </pc:spChg>
        <pc:spChg chg="add mod">
          <ac:chgData name="Jonah St. Hilaire" userId="9d0a7af2-d0bd-4748-b50b-5cc37e0fdaa3" providerId="ADAL" clId="{58AAB240-BB3C-43BA-87E9-80C5D70C8BCC}" dt="2026-09-11T19:08:51.004" v="3564" actId="6549"/>
          <ac:spMkLst>
            <pc:docMk/>
            <pc:sldMk cId="3939624714" sldId="260"/>
            <ac:spMk id="62" creationId="{CF6368D6-3F24-A703-3AFB-F5F085D84E79}"/>
          </ac:spMkLst>
        </pc:spChg>
        <pc:spChg chg="mod">
          <ac:chgData name="Jonah St. Hilaire" userId="9d0a7af2-d0bd-4748-b50b-5cc37e0fdaa3" providerId="ADAL" clId="{58AAB240-BB3C-43BA-87E9-80C5D70C8BCC}" dt="2026-09-11T19:09:45.596" v="3587" actId="1076"/>
          <ac:spMkLst>
            <pc:docMk/>
            <pc:sldMk cId="3939624714" sldId="260"/>
            <ac:spMk id="63" creationId="{9AE10280-1EC7-1238-A8B9-006F1215771C}"/>
          </ac:spMkLst>
        </pc:spChg>
        <pc:spChg chg="mod">
          <ac:chgData name="Jonah St. Hilaire" userId="9d0a7af2-d0bd-4748-b50b-5cc37e0fdaa3" providerId="ADAL" clId="{58AAB240-BB3C-43BA-87E9-80C5D70C8BCC}" dt="2026-09-11T19:09:32.234" v="3585" actId="1076"/>
          <ac:spMkLst>
            <pc:docMk/>
            <pc:sldMk cId="3939624714" sldId="260"/>
            <ac:spMk id="64" creationId="{9FC05BC8-2172-47A6-5D2D-7377AE1E6A9A}"/>
          </ac:spMkLst>
        </pc:spChg>
        <pc:spChg chg="del mod">
          <ac:chgData name="Jonah St. Hilaire" userId="9d0a7af2-d0bd-4748-b50b-5cc37e0fdaa3" providerId="ADAL" clId="{58AAB240-BB3C-43BA-87E9-80C5D70C8BCC}" dt="2026-09-11T19:07:30.962" v="3543" actId="478"/>
          <ac:spMkLst>
            <pc:docMk/>
            <pc:sldMk cId="3939624714" sldId="260"/>
            <ac:spMk id="68" creationId="{ED19B33E-F222-403F-4728-4A77A8DD42FE}"/>
          </ac:spMkLst>
        </pc:spChg>
        <pc:spChg chg="mod">
          <ac:chgData name="Jonah St. Hilaire" userId="9d0a7af2-d0bd-4748-b50b-5cc37e0fdaa3" providerId="ADAL" clId="{58AAB240-BB3C-43BA-87E9-80C5D70C8BCC}" dt="2026-09-11T19:19:54.871" v="3893" actId="1036"/>
          <ac:spMkLst>
            <pc:docMk/>
            <pc:sldMk cId="3939624714" sldId="260"/>
            <ac:spMk id="69" creationId="{9EFDBFE4-E150-DD87-9D13-C9B88334697D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0" creationId="{8AF26AEA-2423-ECDC-05F3-9301A73BBC77}"/>
          </ac:spMkLst>
        </pc:spChg>
        <pc:spChg chg="mod">
          <ac:chgData name="Jonah St. Hilaire" userId="9d0a7af2-d0bd-4748-b50b-5cc37e0fdaa3" providerId="ADAL" clId="{58AAB240-BB3C-43BA-87E9-80C5D70C8BCC}" dt="2026-09-11T19:01:50.276" v="3461" actId="1036"/>
          <ac:spMkLst>
            <pc:docMk/>
            <pc:sldMk cId="3939624714" sldId="260"/>
            <ac:spMk id="71" creationId="{14E5489B-AFC9-D6C9-A525-293DEADAEE79}"/>
          </ac:spMkLst>
        </pc:spChg>
        <pc:spChg chg="add del mod ord">
          <ac:chgData name="Jonah St. Hilaire" userId="9d0a7af2-d0bd-4748-b50b-5cc37e0fdaa3" providerId="ADAL" clId="{58AAB240-BB3C-43BA-87E9-80C5D70C8BCC}" dt="2026-09-11T19:16:49.074" v="3806" actId="478"/>
          <ac:spMkLst>
            <pc:docMk/>
            <pc:sldMk cId="3939624714" sldId="260"/>
            <ac:spMk id="73" creationId="{90214A0A-7AC3-C0F0-0F15-F0DAF48A63EB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6" creationId="{4FA48348-CA0D-A5D6-5065-92F44A379399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7" creationId="{29C995B9-80E2-829A-BE5D-BBEEDEFB8146}"/>
          </ac:spMkLst>
        </pc:spChg>
        <pc:spChg chg="mod">
          <ac:chgData name="Jonah St. Hilaire" userId="9d0a7af2-d0bd-4748-b50b-5cc37e0fdaa3" providerId="ADAL" clId="{58AAB240-BB3C-43BA-87E9-80C5D70C8BCC}" dt="2026-09-11T19:03:27.058" v="3493" actId="1037"/>
          <ac:spMkLst>
            <pc:docMk/>
            <pc:sldMk cId="3939624714" sldId="260"/>
            <ac:spMk id="78" creationId="{BDB6BE53-AF40-DC13-B811-C800FE999F05}"/>
          </ac:spMkLst>
        </pc:spChg>
        <pc:spChg chg="add del mod">
          <ac:chgData name="Jonah St. Hilaire" userId="9d0a7af2-d0bd-4748-b50b-5cc37e0fdaa3" providerId="ADAL" clId="{58AAB240-BB3C-43BA-87E9-80C5D70C8BCC}" dt="2026-09-11T19:21:30.920" v="3924" actId="478"/>
          <ac:spMkLst>
            <pc:docMk/>
            <pc:sldMk cId="3939624714" sldId="260"/>
            <ac:spMk id="79" creationId="{0BF5ED55-AAEE-D9D3-8EBF-29989A352FA8}"/>
          </ac:spMkLst>
        </pc:spChg>
        <pc:spChg chg="del mod">
          <ac:chgData name="Jonah St. Hilaire" userId="9d0a7af2-d0bd-4748-b50b-5cc37e0fdaa3" providerId="ADAL" clId="{58AAB240-BB3C-43BA-87E9-80C5D70C8BCC}" dt="2026-09-11T18:55:23.797" v="3016" actId="478"/>
          <ac:spMkLst>
            <pc:docMk/>
            <pc:sldMk cId="3939624714" sldId="260"/>
            <ac:spMk id="82" creationId="{00053F7B-FDA9-5747-36C7-4F8FA271BA64}"/>
          </ac:spMkLst>
        </pc:spChg>
        <pc:spChg chg="del mod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83" creationId="{5E8A39D4-A9EF-4B55-251B-E15FDCF16DA8}"/>
          </ac:spMkLst>
        </pc:spChg>
        <pc:spChg chg="mod">
          <ac:chgData name="Jonah St. Hilaire" userId="9d0a7af2-d0bd-4748-b50b-5cc37e0fdaa3" providerId="ADAL" clId="{58AAB240-BB3C-43BA-87E9-80C5D70C8BCC}" dt="2026-09-11T19:30:37.203" v="4206" actId="1035"/>
          <ac:spMkLst>
            <pc:docMk/>
            <pc:sldMk cId="3939624714" sldId="260"/>
            <ac:spMk id="86" creationId="{44F634DB-A780-4B04-CB0F-D71DF45B8C19}"/>
          </ac:spMkLst>
        </pc:spChg>
        <pc:spChg chg="mod">
          <ac:chgData name="Jonah St. Hilaire" userId="9d0a7af2-d0bd-4748-b50b-5cc37e0fdaa3" providerId="ADAL" clId="{58AAB240-BB3C-43BA-87E9-80C5D70C8BCC}" dt="2026-09-11T19:30:44.061" v="4214" actId="1036"/>
          <ac:spMkLst>
            <pc:docMk/>
            <pc:sldMk cId="3939624714" sldId="260"/>
            <ac:spMk id="87" creationId="{4C4B0550-9F66-3AE6-96A7-FC81C44C7784}"/>
          </ac:spMkLst>
        </pc:spChg>
        <pc:spChg chg="add del mod">
          <ac:chgData name="Jonah St. Hilaire" userId="9d0a7af2-d0bd-4748-b50b-5cc37e0fdaa3" providerId="ADAL" clId="{58AAB240-BB3C-43BA-87E9-80C5D70C8BCC}" dt="2026-09-11T18:55:18.005" v="3013" actId="478"/>
          <ac:spMkLst>
            <pc:docMk/>
            <pc:sldMk cId="3939624714" sldId="260"/>
            <ac:spMk id="89" creationId="{F6D4710D-5C08-48AC-F8D5-D56D369B9881}"/>
          </ac:spMkLst>
        </pc:spChg>
        <pc:spChg chg="add del mod">
          <ac:chgData name="Jonah St. Hilaire" userId="9d0a7af2-d0bd-4748-b50b-5cc37e0fdaa3" providerId="ADAL" clId="{58AAB240-BB3C-43BA-87E9-80C5D70C8BCC}" dt="2026-09-11T17:02:33.040" v="2949" actId="478"/>
          <ac:spMkLst>
            <pc:docMk/>
            <pc:sldMk cId="3939624714" sldId="260"/>
            <ac:spMk id="91" creationId="{65BE774C-85A2-7ECD-9CB9-DFB275134CEE}"/>
          </ac:spMkLst>
        </pc:spChg>
        <pc:spChg chg="add del mod">
          <ac:chgData name="Jonah St. Hilaire" userId="9d0a7af2-d0bd-4748-b50b-5cc37e0fdaa3" providerId="ADAL" clId="{58AAB240-BB3C-43BA-87E9-80C5D70C8BCC}" dt="2026-09-11T18:55:19.985" v="3014" actId="478"/>
          <ac:spMkLst>
            <pc:docMk/>
            <pc:sldMk cId="3939624714" sldId="260"/>
            <ac:spMk id="94" creationId="{1682FA4B-0DD6-5A94-0021-1C370E550167}"/>
          </ac:spMkLst>
        </pc:spChg>
        <pc:spChg chg="add mod ord">
          <ac:chgData name="Jonah St. Hilaire" userId="9d0a7af2-d0bd-4748-b50b-5cc37e0fdaa3" providerId="ADAL" clId="{58AAB240-BB3C-43BA-87E9-80C5D70C8BCC}" dt="2026-09-11T19:00:20.567" v="3300" actId="1076"/>
          <ac:spMkLst>
            <pc:docMk/>
            <pc:sldMk cId="3939624714" sldId="260"/>
            <ac:spMk id="96" creationId="{249278D5-3A21-D694-1293-4B0578EA938E}"/>
          </ac:spMkLst>
        </pc:spChg>
        <pc:spChg chg="add mod">
          <ac:chgData name="Jonah St. Hilaire" userId="9d0a7af2-d0bd-4748-b50b-5cc37e0fdaa3" providerId="ADAL" clId="{58AAB240-BB3C-43BA-87E9-80C5D70C8BCC}" dt="2026-09-11T18:58:43.306" v="3114" actId="1038"/>
          <ac:spMkLst>
            <pc:docMk/>
            <pc:sldMk cId="3939624714" sldId="260"/>
            <ac:spMk id="98" creationId="{B4677F72-73BF-6C82-69F1-359AFD66CBF2}"/>
          </ac:spMkLst>
        </pc:spChg>
        <pc:spChg chg="add mod">
          <ac:chgData name="Jonah St. Hilaire" userId="9d0a7af2-d0bd-4748-b50b-5cc37e0fdaa3" providerId="ADAL" clId="{58AAB240-BB3C-43BA-87E9-80C5D70C8BCC}" dt="2026-09-11T19:19:22.584" v="3877" actId="1076"/>
          <ac:spMkLst>
            <pc:docMk/>
            <pc:sldMk cId="3939624714" sldId="260"/>
            <ac:spMk id="100" creationId="{E9A23ADF-0B78-C5AC-925A-E664992EC5FE}"/>
          </ac:spMkLst>
        </pc:spChg>
        <pc:spChg chg="mod">
          <ac:chgData name="Jonah St. Hilaire" userId="9d0a7af2-d0bd-4748-b50b-5cc37e0fdaa3" providerId="ADAL" clId="{58AAB240-BB3C-43BA-87E9-80C5D70C8BCC}" dt="2026-09-11T17:05:53.771" v="2998" actId="20577"/>
          <ac:spMkLst>
            <pc:docMk/>
            <pc:sldMk cId="3939624714" sldId="260"/>
            <ac:spMk id="102" creationId="{9B1082D1-6CDD-9B18-C7DD-8265702DAFCC}"/>
          </ac:spMkLst>
        </pc:spChg>
        <pc:spChg chg="add mod">
          <ac:chgData name="Jonah St. Hilaire" userId="9d0a7af2-d0bd-4748-b50b-5cc37e0fdaa3" providerId="ADAL" clId="{58AAB240-BB3C-43BA-87E9-80C5D70C8BCC}" dt="2026-09-11T19:00:45.380" v="3322" actId="1036"/>
          <ac:spMkLst>
            <pc:docMk/>
            <pc:sldMk cId="3939624714" sldId="260"/>
            <ac:spMk id="104" creationId="{66AD3431-F0EF-38E0-E861-D875E9DB74FF}"/>
          </ac:spMkLst>
        </pc:spChg>
        <pc:spChg chg="add mod">
          <ac:chgData name="Jonah St. Hilaire" userId="9d0a7af2-d0bd-4748-b50b-5cc37e0fdaa3" providerId="ADAL" clId="{58AAB240-BB3C-43BA-87E9-80C5D70C8BCC}" dt="2026-09-11T19:20:11.231" v="3896" actId="1036"/>
          <ac:spMkLst>
            <pc:docMk/>
            <pc:sldMk cId="3939624714" sldId="260"/>
            <ac:spMk id="105" creationId="{CCC12389-8864-F569-77A6-612A551E7258}"/>
          </ac:spMkLst>
        </pc:spChg>
        <pc:spChg chg="add del mod">
          <ac:chgData name="Jonah St. Hilaire" userId="9d0a7af2-d0bd-4748-b50b-5cc37e0fdaa3" providerId="ADAL" clId="{58AAB240-BB3C-43BA-87E9-80C5D70C8BCC}" dt="2026-09-11T19:05:29.487" v="3521" actId="478"/>
          <ac:spMkLst>
            <pc:docMk/>
            <pc:sldMk cId="3939624714" sldId="260"/>
            <ac:spMk id="109" creationId="{277B9E71-C773-345F-1866-74464DEAD737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2" creationId="{528229A5-90A8-8C9D-BA8F-4A3FFAFF15DB}"/>
          </ac:spMkLst>
        </pc:spChg>
        <pc:spChg chg="add mod">
          <ac:chgData name="Jonah St. Hilaire" userId="9d0a7af2-d0bd-4748-b50b-5cc37e0fdaa3" providerId="ADAL" clId="{58AAB240-BB3C-43BA-87E9-80C5D70C8BCC}" dt="2026-09-11T19:22:55.957" v="4058" actId="1038"/>
          <ac:spMkLst>
            <pc:docMk/>
            <pc:sldMk cId="3939624714" sldId="260"/>
            <ac:spMk id="113" creationId="{DE73AA42-3F59-F387-58DD-97566C67D03F}"/>
          </ac:spMkLst>
        </pc:spChg>
        <pc:spChg chg="add mod">
          <ac:chgData name="Jonah St. Hilaire" userId="9d0a7af2-d0bd-4748-b50b-5cc37e0fdaa3" providerId="ADAL" clId="{58AAB240-BB3C-43BA-87E9-80C5D70C8BCC}" dt="2026-09-11T19:12:50.012" v="3757" actId="1076"/>
          <ac:spMkLst>
            <pc:docMk/>
            <pc:sldMk cId="3939624714" sldId="260"/>
            <ac:spMk id="130" creationId="{0A140CFC-A511-65AC-7E44-CDCE0938D580}"/>
          </ac:spMkLst>
        </pc:spChg>
        <pc:spChg chg="add mod">
          <ac:chgData name="Jonah St. Hilaire" userId="9d0a7af2-d0bd-4748-b50b-5cc37e0fdaa3" providerId="ADAL" clId="{58AAB240-BB3C-43BA-87E9-80C5D70C8BCC}" dt="2026-09-11T19:12:45.446" v="3756" actId="1076"/>
          <ac:spMkLst>
            <pc:docMk/>
            <pc:sldMk cId="3939624714" sldId="260"/>
            <ac:spMk id="132" creationId="{B5F3CDE1-66F7-7535-ECAC-803B9C7BAC7C}"/>
          </ac:spMkLst>
        </pc:spChg>
        <pc:spChg chg="add mod">
          <ac:chgData name="Jonah St. Hilaire" userId="9d0a7af2-d0bd-4748-b50b-5cc37e0fdaa3" providerId="ADAL" clId="{58AAB240-BB3C-43BA-87E9-80C5D70C8BCC}" dt="2026-09-11T19:12:18.038" v="3745"/>
          <ac:spMkLst>
            <pc:docMk/>
            <pc:sldMk cId="3939624714" sldId="260"/>
            <ac:spMk id="133" creationId="{DE9192D8-A5F1-34BB-4891-DCA8CAFF9432}"/>
          </ac:spMkLst>
        </pc:spChg>
        <pc:spChg chg="add mod">
          <ac:chgData name="Jonah St. Hilaire" userId="9d0a7af2-d0bd-4748-b50b-5cc37e0fdaa3" providerId="ADAL" clId="{58AAB240-BB3C-43BA-87E9-80C5D70C8BCC}" dt="2026-09-11T19:27:20.822" v="4155" actId="1036"/>
          <ac:spMkLst>
            <pc:docMk/>
            <pc:sldMk cId="3939624714" sldId="260"/>
            <ac:spMk id="134" creationId="{51DBB2B5-D36A-652C-70A5-852F0397F15C}"/>
          </ac:spMkLst>
        </pc:spChg>
        <pc:spChg chg="add mod">
          <ac:chgData name="Jonah St. Hilaire" userId="9d0a7af2-d0bd-4748-b50b-5cc37e0fdaa3" providerId="ADAL" clId="{58AAB240-BB3C-43BA-87E9-80C5D70C8BCC}" dt="2026-09-11T19:31:22.995" v="4220" actId="403"/>
          <ac:spMkLst>
            <pc:docMk/>
            <pc:sldMk cId="3939624714" sldId="260"/>
            <ac:spMk id="141" creationId="{742D2B03-1F23-9669-2D1E-CE9D366348C3}"/>
          </ac:spMkLst>
        </pc:spChg>
        <pc:spChg chg="add mod">
          <ac:chgData name="Jonah St. Hilaire" userId="9d0a7af2-d0bd-4748-b50b-5cc37e0fdaa3" providerId="ADAL" clId="{58AAB240-BB3C-43BA-87E9-80C5D70C8BCC}" dt="2026-09-11T19:31:17.727" v="4218" actId="404"/>
          <ac:spMkLst>
            <pc:docMk/>
            <pc:sldMk cId="3939624714" sldId="260"/>
            <ac:spMk id="145" creationId="{DA1019A9-2D4F-511A-761B-48D022936F52}"/>
          </ac:spMkLst>
        </pc:spChg>
        <pc:spChg chg="add mod">
          <ac:chgData name="Jonah St. Hilaire" userId="9d0a7af2-d0bd-4748-b50b-5cc37e0fdaa3" providerId="ADAL" clId="{58AAB240-BB3C-43BA-87E9-80C5D70C8BCC}" dt="2026-09-11T19:16:54.406" v="3807" actId="1076"/>
          <ac:spMkLst>
            <pc:docMk/>
            <pc:sldMk cId="3939624714" sldId="260"/>
            <ac:spMk id="150" creationId="{17961D1E-37EF-54E7-4FB2-232A69AA401C}"/>
          </ac:spMkLst>
        </pc:spChg>
        <pc:spChg chg="add del mod">
          <ac:chgData name="Jonah St. Hilaire" userId="9d0a7af2-d0bd-4748-b50b-5cc37e0fdaa3" providerId="ADAL" clId="{58AAB240-BB3C-43BA-87E9-80C5D70C8BCC}" dt="2026-09-11T19:18:07.586" v="3832" actId="478"/>
          <ac:spMkLst>
            <pc:docMk/>
            <pc:sldMk cId="3939624714" sldId="260"/>
            <ac:spMk id="151" creationId="{44516E87-085D-C7E6-52B1-113E96CAFF4C}"/>
          </ac:spMkLst>
        </pc:spChg>
        <pc:spChg chg="add del mod">
          <ac:chgData name="Jonah St. Hilaire" userId="9d0a7af2-d0bd-4748-b50b-5cc37e0fdaa3" providerId="ADAL" clId="{58AAB240-BB3C-43BA-87E9-80C5D70C8BCC}" dt="2026-09-11T19:18:08.195" v="3833" actId="478"/>
          <ac:spMkLst>
            <pc:docMk/>
            <pc:sldMk cId="3939624714" sldId="260"/>
            <ac:spMk id="152" creationId="{563AC86A-E417-E1BC-87F1-7FAC7A92F66A}"/>
          </ac:spMkLst>
        </pc:spChg>
        <pc:spChg chg="add del mod">
          <ac:chgData name="Jonah St. Hilaire" userId="9d0a7af2-d0bd-4748-b50b-5cc37e0fdaa3" providerId="ADAL" clId="{58AAB240-BB3C-43BA-87E9-80C5D70C8BCC}" dt="2026-09-11T19:18:08.671" v="3834" actId="478"/>
          <ac:spMkLst>
            <pc:docMk/>
            <pc:sldMk cId="3939624714" sldId="260"/>
            <ac:spMk id="156" creationId="{51DB353B-D786-18DB-F144-FB99D6027E1F}"/>
          </ac:spMkLst>
        </pc:spChg>
        <pc:spChg chg="add del mod">
          <ac:chgData name="Jonah St. Hilaire" userId="9d0a7af2-d0bd-4748-b50b-5cc37e0fdaa3" providerId="ADAL" clId="{58AAB240-BB3C-43BA-87E9-80C5D70C8BCC}" dt="2026-09-11T19:18:50.398" v="3871" actId="478"/>
          <ac:spMkLst>
            <pc:docMk/>
            <pc:sldMk cId="3939624714" sldId="260"/>
            <ac:spMk id="157" creationId="{49A4706F-4E2A-4512-D574-69D3944986AE}"/>
          </ac:spMkLst>
        </pc:spChg>
        <pc:spChg chg="add del">
          <ac:chgData name="Jonah St. Hilaire" userId="9d0a7af2-d0bd-4748-b50b-5cc37e0fdaa3" providerId="ADAL" clId="{58AAB240-BB3C-43BA-87E9-80C5D70C8BCC}" dt="2026-09-11T19:21:08.726" v="3916" actId="22"/>
          <ac:spMkLst>
            <pc:docMk/>
            <pc:sldMk cId="3939624714" sldId="260"/>
            <ac:spMk id="159" creationId="{5EA985EF-E934-40E4-B5F4-528AA9D6A7D9}"/>
          </ac:spMkLst>
        </pc:spChg>
        <pc:spChg chg="add mod ord">
          <ac:chgData name="Jonah St. Hilaire" userId="9d0a7af2-d0bd-4748-b50b-5cc37e0fdaa3" providerId="ADAL" clId="{58AAB240-BB3C-43BA-87E9-80C5D70C8BCC}" dt="2026-09-11T19:30:01.483" v="4181" actId="166"/>
          <ac:spMkLst>
            <pc:docMk/>
            <pc:sldMk cId="3939624714" sldId="260"/>
            <ac:spMk id="161" creationId="{E80EA663-04E1-A6F5-830B-C5D4E757B494}"/>
          </ac:spMkLst>
        </pc:spChg>
        <pc:spChg chg="add del mod">
          <ac:chgData name="Jonah St. Hilaire" userId="9d0a7af2-d0bd-4748-b50b-5cc37e0fdaa3" providerId="ADAL" clId="{58AAB240-BB3C-43BA-87E9-80C5D70C8BCC}" dt="2026-09-11T19:22:53.200" v="4051"/>
          <ac:spMkLst>
            <pc:docMk/>
            <pc:sldMk cId="3939624714" sldId="260"/>
            <ac:spMk id="162" creationId="{5500D764-534B-2A3A-BFF4-4DC0412D3F3B}"/>
          </ac:spMkLst>
        </pc:spChg>
        <pc:spChg chg="add mod">
          <ac:chgData name="Jonah St. Hilaire" userId="9d0a7af2-d0bd-4748-b50b-5cc37e0fdaa3" providerId="ADAL" clId="{58AAB240-BB3C-43BA-87E9-80C5D70C8BCC}" dt="2026-09-11T19:31:40.879" v="4224" actId="692"/>
          <ac:spMkLst>
            <pc:docMk/>
            <pc:sldMk cId="3939624714" sldId="260"/>
            <ac:spMk id="164" creationId="{F47238B4-2A10-4554-DE0A-2E422D35DF69}"/>
          </ac:spMkLst>
        </pc:spChg>
        <pc:spChg chg="add mod">
          <ac:chgData name="Jonah St. Hilaire" userId="9d0a7af2-d0bd-4748-b50b-5cc37e0fdaa3" providerId="ADAL" clId="{58AAB240-BB3C-43BA-87E9-80C5D70C8BCC}" dt="2026-09-11T19:28:14.640" v="4161" actId="1035"/>
          <ac:spMkLst>
            <pc:docMk/>
            <pc:sldMk cId="3939624714" sldId="260"/>
            <ac:spMk id="166" creationId="{10DAA87F-9EE7-A9A1-E820-C947D9E52EAC}"/>
          </ac:spMkLst>
        </pc:spChg>
        <pc:spChg chg="add mod">
          <ac:chgData name="Jonah St. Hilaire" userId="9d0a7af2-d0bd-4748-b50b-5cc37e0fdaa3" providerId="ADAL" clId="{58AAB240-BB3C-43BA-87E9-80C5D70C8BCC}" dt="2026-09-11T19:28:20.503" v="4162" actId="1076"/>
          <ac:spMkLst>
            <pc:docMk/>
            <pc:sldMk cId="3939624714" sldId="260"/>
            <ac:spMk id="168" creationId="{9F7236E9-0115-DE49-32E6-D9925423328A}"/>
          </ac:spMkLst>
        </pc:spChg>
        <pc:spChg chg="add del mod">
          <ac:chgData name="Jonah St. Hilaire" userId="9d0a7af2-d0bd-4748-b50b-5cc37e0fdaa3" providerId="ADAL" clId="{58AAB240-BB3C-43BA-87E9-80C5D70C8BCC}" dt="2026-09-11T19:26:04.366" v="4140" actId="478"/>
          <ac:spMkLst>
            <pc:docMk/>
            <pc:sldMk cId="3939624714" sldId="260"/>
            <ac:spMk id="170" creationId="{CC86CA11-C459-30EE-B5CA-AF572C6281E8}"/>
          </ac:spMkLst>
        </pc:spChg>
        <pc:spChg chg="add mod">
          <ac:chgData name="Jonah St. Hilaire" userId="9d0a7af2-d0bd-4748-b50b-5cc37e0fdaa3" providerId="ADAL" clId="{58AAB240-BB3C-43BA-87E9-80C5D70C8BCC}" dt="2026-09-11T19:31:35.905" v="4222" actId="692"/>
          <ac:spMkLst>
            <pc:docMk/>
            <pc:sldMk cId="3939624714" sldId="260"/>
            <ac:spMk id="172" creationId="{C997BBB3-9383-64EF-9FA9-27AC2ABBDF8E}"/>
          </ac:spMkLst>
        </pc:spChg>
        <pc:spChg chg="add mod">
          <ac:chgData name="Jonah St. Hilaire" userId="9d0a7af2-d0bd-4748-b50b-5cc37e0fdaa3" providerId="ADAL" clId="{58AAB240-BB3C-43BA-87E9-80C5D70C8BCC}" dt="2026-09-11T19:26:18.319" v="4142" actId="1076"/>
          <ac:spMkLst>
            <pc:docMk/>
            <pc:sldMk cId="3939624714" sldId="260"/>
            <ac:spMk id="174" creationId="{53E67075-02A2-7A76-33B9-ADA2A7D0738E}"/>
          </ac:spMkLst>
        </pc:spChg>
        <pc:spChg chg="add mod">
          <ac:chgData name="Jonah St. Hilaire" userId="9d0a7af2-d0bd-4748-b50b-5cc37e0fdaa3" providerId="ADAL" clId="{58AAB240-BB3C-43BA-87E9-80C5D70C8BCC}" dt="2026-09-11T19:27:33.041" v="4156" actId="1076"/>
          <ac:spMkLst>
            <pc:docMk/>
            <pc:sldMk cId="3939624714" sldId="260"/>
            <ac:spMk id="176" creationId="{8D3B1A68-0757-97AB-86FE-295CA388AF45}"/>
          </ac:spMkLst>
        </pc:spChg>
        <pc:spChg chg="add del mod">
          <ac:chgData name="Jonah St. Hilaire" userId="9d0a7af2-d0bd-4748-b50b-5cc37e0fdaa3" providerId="ADAL" clId="{58AAB240-BB3C-43BA-87E9-80C5D70C8BCC}" dt="2026-09-11T19:30:10.887" v="4185" actId="478"/>
          <ac:spMkLst>
            <pc:docMk/>
            <pc:sldMk cId="3939624714" sldId="260"/>
            <ac:spMk id="186" creationId="{25236FD2-5B75-FD1B-18AB-EE9EA772618A}"/>
          </ac:spMkLst>
        </pc:spChg>
        <pc:spChg chg="add del mod">
          <ac:chgData name="Jonah St. Hilaire" userId="9d0a7af2-d0bd-4748-b50b-5cc37e0fdaa3" providerId="ADAL" clId="{58AAB240-BB3C-43BA-87E9-80C5D70C8BCC}" dt="2026-09-11T19:30:09.923" v="4184" actId="478"/>
          <ac:spMkLst>
            <pc:docMk/>
            <pc:sldMk cId="3939624714" sldId="260"/>
            <ac:spMk id="187" creationId="{6E16CA6D-433B-5EFD-4B92-033FEAA8F87E}"/>
          </ac:spMkLst>
        </pc:spChg>
        <pc:spChg chg="add mod">
          <ac:chgData name="Jonah St. Hilaire" userId="9d0a7af2-d0bd-4748-b50b-5cc37e0fdaa3" providerId="ADAL" clId="{58AAB240-BB3C-43BA-87E9-80C5D70C8BCC}" dt="2026-09-11T19:34:09.560" v="4243"/>
          <ac:spMkLst>
            <pc:docMk/>
            <pc:sldMk cId="3939624714" sldId="260"/>
            <ac:spMk id="205" creationId="{FBBE4EF6-3D1C-E4A6-E929-6044A5C248D0}"/>
          </ac:spMkLst>
        </pc:spChg>
        <pc:spChg chg="add mod">
          <ac:chgData name="Jonah St. Hilaire" userId="9d0a7af2-d0bd-4748-b50b-5cc37e0fdaa3" providerId="ADAL" clId="{58AAB240-BB3C-43BA-87E9-80C5D70C8BCC}" dt="2026-09-11T19:34:29.126" v="4252" actId="1076"/>
          <ac:spMkLst>
            <pc:docMk/>
            <pc:sldMk cId="3939624714" sldId="260"/>
            <ac:spMk id="207" creationId="{898B7E5A-375A-5176-C9F1-F05B521D91F3}"/>
          </ac:spMkLst>
        </pc:spChg>
        <pc:grpChg chg="del">
          <ac:chgData name="Jonah St. Hilaire" userId="9d0a7af2-d0bd-4748-b50b-5cc37e0fdaa3" providerId="ADAL" clId="{58AAB240-BB3C-43BA-87E9-80C5D70C8BCC}" dt="2026-09-11T17:06:05.538" v="3001" actId="478"/>
          <ac:grpSpMkLst>
            <pc:docMk/>
            <pc:sldMk cId="3939624714" sldId="260"/>
            <ac:grpSpMk id="55" creationId="{F2A3C9A9-5CDE-8A64-4633-E4D5DD6D7A67}"/>
          </ac:grpSpMkLst>
        </pc:grpChg>
        <pc:grpChg chg="add mod">
          <ac:chgData name="Jonah St. Hilaire" userId="9d0a7af2-d0bd-4748-b50b-5cc37e0fdaa3" providerId="ADAL" clId="{58AAB240-BB3C-43BA-87E9-80C5D70C8BCC}" dt="2026-09-11T18:55:40.122" v="3020" actId="1076"/>
          <ac:grpSpMkLst>
            <pc:docMk/>
            <pc:sldMk cId="3939624714" sldId="260"/>
            <ac:grpSpMk id="101" creationId="{289B4344-44B1-7B7B-6582-107B59ACA215}"/>
          </ac:grpSpMkLst>
        </pc:grpChg>
        <pc:picChg chg="mod">
          <ac:chgData name="Jonah St. Hilaire" userId="9d0a7af2-d0bd-4748-b50b-5cc37e0fdaa3" providerId="ADAL" clId="{58AAB240-BB3C-43BA-87E9-80C5D70C8BCC}" dt="2026-09-11T17:05:26.131" v="2990"/>
          <ac:picMkLst>
            <pc:docMk/>
            <pc:sldMk cId="3939624714" sldId="260"/>
            <ac:picMk id="103" creationId="{B554567E-38EA-F25D-5AD3-FD5BD2ADF56C}"/>
          </ac:picMkLst>
        </pc:picChg>
        <pc:cxnChg chg="mod">
          <ac:chgData name="Jonah St. Hilaire" userId="9d0a7af2-d0bd-4748-b50b-5cc37e0fdaa3" providerId="ADAL" clId="{58AAB240-BB3C-43BA-87E9-80C5D70C8BCC}" dt="2026-09-11T16:58:35.263" v="2900" actId="478"/>
          <ac:cxnSpMkLst>
            <pc:docMk/>
            <pc:sldMk cId="3939624714" sldId="260"/>
            <ac:cxnSpMk id="12" creationId="{92E5DA71-66F7-C3C4-1D2C-CBC77CCA0640}"/>
          </ac:cxnSpMkLst>
        </pc:cxnChg>
        <pc:cxnChg chg="mod">
          <ac:chgData name="Jonah St. Hilaire" userId="9d0a7af2-d0bd-4748-b50b-5cc37e0fdaa3" providerId="ADAL" clId="{58AAB240-BB3C-43BA-87E9-80C5D70C8BCC}" dt="2026-09-11T17:00:27.892" v="2929" actId="478"/>
          <ac:cxnSpMkLst>
            <pc:docMk/>
            <pc:sldMk cId="3939624714" sldId="260"/>
            <ac:cxnSpMk id="18" creationId="{92413D45-C028-B952-CAA0-9786FBD93CC2}"/>
          </ac:cxnSpMkLst>
        </pc:cxnChg>
        <pc:cxnChg chg="del mod">
          <ac:chgData name="Jonah St. Hilaire" userId="9d0a7af2-d0bd-4748-b50b-5cc37e0fdaa3" providerId="ADAL" clId="{58AAB240-BB3C-43BA-87E9-80C5D70C8BCC}" dt="2026-09-11T19:13:37.894" v="3763" actId="478"/>
          <ac:cxnSpMkLst>
            <pc:docMk/>
            <pc:sldMk cId="3939624714" sldId="260"/>
            <ac:cxnSpMk id="31" creationId="{93371252-96D6-58DC-D8E2-38450EE4802F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1" creationId="{6E9F90DC-8987-E569-754E-7AC7ECBB7066}"/>
          </ac:cxnSpMkLst>
        </pc:cxnChg>
        <pc:cxnChg chg="mod">
          <ac:chgData name="Jonah St. Hilaire" userId="9d0a7af2-d0bd-4748-b50b-5cc37e0fdaa3" providerId="ADAL" clId="{58AAB240-BB3C-43BA-87E9-80C5D70C8BCC}" dt="2026-09-11T19:19:34.284" v="3885" actId="1036"/>
          <ac:cxnSpMkLst>
            <pc:docMk/>
            <pc:sldMk cId="3939624714" sldId="260"/>
            <ac:cxnSpMk id="42" creationId="{D18FD87D-E621-3D5E-B974-0F53449B4ED3}"/>
          </ac:cxnSpMkLst>
        </pc:cxnChg>
        <pc:cxnChg chg="mod">
          <ac:chgData name="Jonah St. Hilaire" userId="9d0a7af2-d0bd-4748-b50b-5cc37e0fdaa3" providerId="ADAL" clId="{58AAB240-BB3C-43BA-87E9-80C5D70C8BCC}" dt="2026-09-11T18:58:16.086" v="3072" actId="1035"/>
          <ac:cxnSpMkLst>
            <pc:docMk/>
            <pc:sldMk cId="3939624714" sldId="260"/>
            <ac:cxnSpMk id="43" creationId="{B6EFC526-1190-3AB7-243B-3DE425F580E0}"/>
          </ac:cxnSpMkLst>
        </pc:cxnChg>
        <pc:cxnChg chg="del">
          <ac:chgData name="Jonah St. Hilaire" userId="9d0a7af2-d0bd-4748-b50b-5cc37e0fdaa3" providerId="ADAL" clId="{58AAB240-BB3C-43BA-87E9-80C5D70C8BCC}" dt="2026-09-11T19:13:06.740" v="3758" actId="478"/>
          <ac:cxnSpMkLst>
            <pc:docMk/>
            <pc:sldMk cId="3939624714" sldId="260"/>
            <ac:cxnSpMk id="44" creationId="{102A04E2-DF87-32EE-AA02-9929A0F739E1}"/>
          </ac:cxnSpMkLst>
        </pc:cxnChg>
        <pc:cxnChg chg="del">
          <ac:chgData name="Jonah St. Hilaire" userId="9d0a7af2-d0bd-4748-b50b-5cc37e0fdaa3" providerId="ADAL" clId="{58AAB240-BB3C-43BA-87E9-80C5D70C8BCC}" dt="2026-09-11T19:13:06.740" v="3758" actId="478"/>
          <ac:cxnSpMkLst>
            <pc:docMk/>
            <pc:sldMk cId="3939624714" sldId="260"/>
            <ac:cxnSpMk id="45" creationId="{4578A3C8-2997-E627-95A6-D027F2F72C5E}"/>
          </ac:cxnSpMkLst>
        </pc:cxnChg>
        <pc:cxnChg chg="del">
          <ac:chgData name="Jonah St. Hilaire" userId="9d0a7af2-d0bd-4748-b50b-5cc37e0fdaa3" providerId="ADAL" clId="{58AAB240-BB3C-43BA-87E9-80C5D70C8BCC}" dt="2026-09-11T18:55:19.985" v="3014" actId="478"/>
          <ac:cxnSpMkLst>
            <pc:docMk/>
            <pc:sldMk cId="3939624714" sldId="260"/>
            <ac:cxnSpMk id="46" creationId="{D7460377-5439-6F89-25D1-5A0B2C933EF3}"/>
          </ac:cxnSpMkLst>
        </pc:cxnChg>
        <pc:cxnChg chg="del">
          <ac:chgData name="Jonah St. Hilaire" userId="9d0a7af2-d0bd-4748-b50b-5cc37e0fdaa3" providerId="ADAL" clId="{58AAB240-BB3C-43BA-87E9-80C5D70C8BCC}" dt="2026-09-11T18:55:19.985" v="3014" actId="478"/>
          <ac:cxnSpMkLst>
            <pc:docMk/>
            <pc:sldMk cId="3939624714" sldId="260"/>
            <ac:cxnSpMk id="47" creationId="{35C122E2-2E01-DB01-8F51-FA69AE178BAE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1" creationId="{4973E29C-5678-F8AB-3DE2-DA12834F5F48}"/>
          </ac:cxnSpMkLst>
        </pc:cxnChg>
        <pc:cxnChg chg="mod">
          <ac:chgData name="Jonah St. Hilaire" userId="9d0a7af2-d0bd-4748-b50b-5cc37e0fdaa3" providerId="ADAL" clId="{58AAB240-BB3C-43BA-87E9-80C5D70C8BCC}" dt="2026-09-11T19:19:28.566" v="3881" actId="1036"/>
          <ac:cxnSpMkLst>
            <pc:docMk/>
            <pc:sldMk cId="3939624714" sldId="260"/>
            <ac:cxnSpMk id="52" creationId="{83EC3F8C-8DA3-1793-14AC-56FB6AC421EB}"/>
          </ac:cxnSpMkLst>
        </pc:cxnChg>
        <pc:cxnChg chg="mod">
          <ac:chgData name="Jonah St. Hilaire" userId="9d0a7af2-d0bd-4748-b50b-5cc37e0fdaa3" providerId="ADAL" clId="{58AAB240-BB3C-43BA-87E9-80C5D70C8BCC}" dt="2026-09-11T18:57:50.781" v="3070" actId="1037"/>
          <ac:cxnSpMkLst>
            <pc:docMk/>
            <pc:sldMk cId="3939624714" sldId="260"/>
            <ac:cxnSpMk id="53" creationId="{1A0D0277-301B-C16B-0249-1359C5F21C1F}"/>
          </ac:cxnSpMkLst>
        </pc:cxnChg>
        <pc:cxnChg chg="mod">
          <ac:chgData name="Jonah St. Hilaire" userId="9d0a7af2-d0bd-4748-b50b-5cc37e0fdaa3" providerId="ADAL" clId="{58AAB240-BB3C-43BA-87E9-80C5D70C8BCC}" dt="2026-09-11T17:06:05.538" v="3001" actId="478"/>
          <ac:cxnSpMkLst>
            <pc:docMk/>
            <pc:sldMk cId="3939624714" sldId="260"/>
            <ac:cxnSpMk id="59" creationId="{3778F81B-D88E-C816-B1ED-0FC7FA51F03D}"/>
          </ac:cxnSpMkLst>
        </pc:cxnChg>
        <pc:cxnChg chg="mod">
          <ac:chgData name="Jonah St. Hilaire" userId="9d0a7af2-d0bd-4748-b50b-5cc37e0fdaa3" providerId="ADAL" clId="{58AAB240-BB3C-43BA-87E9-80C5D70C8BCC}" dt="2026-09-11T19:19:55.379" v="3894" actId="1036"/>
          <ac:cxnSpMkLst>
            <pc:docMk/>
            <pc:sldMk cId="3939624714" sldId="260"/>
            <ac:cxnSpMk id="61" creationId="{7015D3E5-6C3F-06C8-CCBA-56702FEF2F58}"/>
          </ac:cxnSpMkLst>
        </pc:cxnChg>
        <pc:cxnChg chg="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65" creationId="{F1C84F3D-D834-73FB-BC01-FBDE05687AFA}"/>
          </ac:cxnSpMkLst>
        </pc:cxnChg>
        <pc:cxnChg chg="del mod">
          <ac:chgData name="Jonah St. Hilaire" userId="9d0a7af2-d0bd-4748-b50b-5cc37e0fdaa3" providerId="ADAL" clId="{58AAB240-BB3C-43BA-87E9-80C5D70C8BCC}" dt="2026-09-11T19:07:33.640" v="3545" actId="478"/>
          <ac:cxnSpMkLst>
            <pc:docMk/>
            <pc:sldMk cId="3939624714" sldId="260"/>
            <ac:cxnSpMk id="66" creationId="{64E38E1C-E601-7E2C-EE6D-94780D61AAD0}"/>
          </ac:cxnSpMkLst>
        </pc:cxnChg>
        <pc:cxnChg chg="del mod">
          <ac:chgData name="Jonah St. Hilaire" userId="9d0a7af2-d0bd-4748-b50b-5cc37e0fdaa3" providerId="ADAL" clId="{58AAB240-BB3C-43BA-87E9-80C5D70C8BCC}" dt="2026-09-11T19:07:32.311" v="3544" actId="478"/>
          <ac:cxnSpMkLst>
            <pc:docMk/>
            <pc:sldMk cId="3939624714" sldId="260"/>
            <ac:cxnSpMk id="67" creationId="{AE91153F-1241-C721-9AB9-B4917F9212A2}"/>
          </ac:cxnSpMkLst>
        </pc:cxnChg>
        <pc:cxnChg chg="mod">
          <ac:chgData name="Jonah St. Hilaire" userId="9d0a7af2-d0bd-4748-b50b-5cc37e0fdaa3" providerId="ADAL" clId="{58AAB240-BB3C-43BA-87E9-80C5D70C8BCC}" dt="2026-09-11T19:04:38.591" v="3505" actId="692"/>
          <ac:cxnSpMkLst>
            <pc:docMk/>
            <pc:sldMk cId="3939624714" sldId="260"/>
            <ac:cxnSpMk id="72" creationId="{B61A0E80-7B83-290C-D930-EBE748FC11A1}"/>
          </ac:cxnSpMkLst>
        </pc:cxnChg>
        <pc:cxnChg chg="mod">
          <ac:chgData name="Jonah St. Hilaire" userId="9d0a7af2-d0bd-4748-b50b-5cc37e0fdaa3" providerId="ADAL" clId="{58AAB240-BB3C-43BA-87E9-80C5D70C8BCC}" dt="2026-09-11T19:04:34.306" v="3504" actId="692"/>
          <ac:cxnSpMkLst>
            <pc:docMk/>
            <pc:sldMk cId="3939624714" sldId="260"/>
            <ac:cxnSpMk id="74" creationId="{BA13FE3F-71B2-66AB-086C-0E739BCDAB7F}"/>
          </ac:cxnSpMkLst>
        </pc:cxnChg>
        <pc:cxnChg chg="mod">
          <ac:chgData name="Jonah St. Hilaire" userId="9d0a7af2-d0bd-4748-b50b-5cc37e0fdaa3" providerId="ADAL" clId="{58AAB240-BB3C-43BA-87E9-80C5D70C8BCC}" dt="2026-09-11T19:04:41.500" v="3506" actId="692"/>
          <ac:cxnSpMkLst>
            <pc:docMk/>
            <pc:sldMk cId="3939624714" sldId="260"/>
            <ac:cxnSpMk id="75" creationId="{9BF9A0F2-F199-7A80-7DB8-D596C81B21A4}"/>
          </ac:cxnSpMkLst>
        </pc:cxnChg>
        <pc:cxnChg chg="del mod">
          <ac:chgData name="Jonah St. Hilaire" userId="9d0a7af2-d0bd-4748-b50b-5cc37e0fdaa3" providerId="ADAL" clId="{58AAB240-BB3C-43BA-87E9-80C5D70C8BCC}" dt="2026-09-11T18:55:22.179" v="3015" actId="478"/>
          <ac:cxnSpMkLst>
            <pc:docMk/>
            <pc:sldMk cId="3939624714" sldId="260"/>
            <ac:cxnSpMk id="80" creationId="{C0DF03B0-FB7E-B571-E9B9-C47B69A89E65}"/>
          </ac:cxnSpMkLst>
        </pc:cxnChg>
        <pc:cxnChg chg="del mod">
          <ac:chgData name="Jonah St. Hilaire" userId="9d0a7af2-d0bd-4748-b50b-5cc37e0fdaa3" providerId="ADAL" clId="{58AAB240-BB3C-43BA-87E9-80C5D70C8BCC}" dt="2026-09-11T18:55:22.179" v="3015" actId="478"/>
          <ac:cxnSpMkLst>
            <pc:docMk/>
            <pc:sldMk cId="3939624714" sldId="260"/>
            <ac:cxnSpMk id="81" creationId="{6C1F63E6-C3CE-C985-A046-D6DBF4D2229F}"/>
          </ac:cxnSpMkLst>
        </pc:cxnChg>
        <pc:cxnChg chg="del mod">
          <ac:chgData name="Jonah St. Hilaire" userId="9d0a7af2-d0bd-4748-b50b-5cc37e0fdaa3" providerId="ADAL" clId="{58AAB240-BB3C-43BA-87E9-80C5D70C8BCC}" dt="2026-09-11T18:54:36.997" v="3007" actId="478"/>
          <ac:cxnSpMkLst>
            <pc:docMk/>
            <pc:sldMk cId="3939624714" sldId="260"/>
            <ac:cxnSpMk id="84" creationId="{2C42A1D0-F0E2-E0EF-C6CD-7765CADE3E0B}"/>
          </ac:cxnSpMkLst>
        </pc:cxnChg>
        <pc:cxnChg chg="del mod">
          <ac:chgData name="Jonah St. Hilaire" userId="9d0a7af2-d0bd-4748-b50b-5cc37e0fdaa3" providerId="ADAL" clId="{58AAB240-BB3C-43BA-87E9-80C5D70C8BCC}" dt="2026-09-11T18:54:37.598" v="3008" actId="478"/>
          <ac:cxnSpMkLst>
            <pc:docMk/>
            <pc:sldMk cId="3939624714" sldId="260"/>
            <ac:cxnSpMk id="85" creationId="{9D9D23A1-5BE7-BAB0-948E-286C533D0828}"/>
          </ac:cxnSpMkLst>
        </pc:cxnChg>
        <pc:cxnChg chg="add mod">
          <ac:chgData name="Jonah St. Hilaire" userId="9d0a7af2-d0bd-4748-b50b-5cc37e0fdaa3" providerId="ADAL" clId="{58AAB240-BB3C-43BA-87E9-80C5D70C8BCC}" dt="2026-09-11T18:59:21.810" v="3208" actId="1037"/>
          <ac:cxnSpMkLst>
            <pc:docMk/>
            <pc:sldMk cId="3939624714" sldId="260"/>
            <ac:cxnSpMk id="106" creationId="{65B0FBD1-1A7D-EE83-1661-07565DE1615F}"/>
          </ac:cxnSpMkLst>
        </pc:cxnChg>
        <pc:cxnChg chg="add mod">
          <ac:chgData name="Jonah St. Hilaire" userId="9d0a7af2-d0bd-4748-b50b-5cc37e0fdaa3" providerId="ADAL" clId="{58AAB240-BB3C-43BA-87E9-80C5D70C8BCC}" dt="2026-09-11T19:20:11.231" v="3896" actId="1036"/>
          <ac:cxnSpMkLst>
            <pc:docMk/>
            <pc:sldMk cId="3939624714" sldId="260"/>
            <ac:cxnSpMk id="107" creationId="{301AAC26-BA08-6E21-C04E-AB274846DD36}"/>
          </ac:cxnSpMkLst>
        </pc:cxnChg>
        <pc:cxnChg chg="add mod">
          <ac:chgData name="Jonah St. Hilaire" userId="9d0a7af2-d0bd-4748-b50b-5cc37e0fdaa3" providerId="ADAL" clId="{58AAB240-BB3C-43BA-87E9-80C5D70C8BCC}" dt="2026-09-11T19:22:22.873" v="4046" actId="1035"/>
          <ac:cxnSpMkLst>
            <pc:docMk/>
            <pc:sldMk cId="3939624714" sldId="260"/>
            <ac:cxnSpMk id="110" creationId="{B91F3F81-9B49-BFAE-3D76-DFB84D06DEE1}"/>
          </ac:cxnSpMkLst>
        </pc:cxnChg>
        <pc:cxnChg chg="add mod">
          <ac:chgData name="Jonah St. Hilaire" userId="9d0a7af2-d0bd-4748-b50b-5cc37e0fdaa3" providerId="ADAL" clId="{58AAB240-BB3C-43BA-87E9-80C5D70C8BCC}" dt="2026-09-11T19:22:13.449" v="4041" actId="1035"/>
          <ac:cxnSpMkLst>
            <pc:docMk/>
            <pc:sldMk cId="3939624714" sldId="260"/>
            <ac:cxnSpMk id="111" creationId="{A3374864-25AC-40E1-D491-4654C3698172}"/>
          </ac:cxnSpMkLst>
        </pc:cxnChg>
        <pc:cxnChg chg="add mod">
          <ac:chgData name="Jonah St. Hilaire" userId="9d0a7af2-d0bd-4748-b50b-5cc37e0fdaa3" providerId="ADAL" clId="{58AAB240-BB3C-43BA-87E9-80C5D70C8BCC}" dt="2026-09-11T19:09:45.596" v="3587" actId="1076"/>
          <ac:cxnSpMkLst>
            <pc:docMk/>
            <pc:sldMk cId="3939624714" sldId="260"/>
            <ac:cxnSpMk id="123" creationId="{2391AB53-EC21-7CE6-1B56-E7741565953F}"/>
          </ac:cxnSpMkLst>
        </pc:cxnChg>
        <pc:cxnChg chg="add mod">
          <ac:chgData name="Jonah St. Hilaire" userId="9d0a7af2-d0bd-4748-b50b-5cc37e0fdaa3" providerId="ADAL" clId="{58AAB240-BB3C-43BA-87E9-80C5D70C8BCC}" dt="2026-09-11T19:11:58.315" v="3738" actId="1037"/>
          <ac:cxnSpMkLst>
            <pc:docMk/>
            <pc:sldMk cId="3939624714" sldId="260"/>
            <ac:cxnSpMk id="135" creationId="{A7677BFD-5778-2AD9-4E54-B8EA3560AADD}"/>
          </ac:cxnSpMkLst>
        </pc:cxnChg>
        <pc:cxnChg chg="add mod">
          <ac:chgData name="Jonah St. Hilaire" userId="9d0a7af2-d0bd-4748-b50b-5cc37e0fdaa3" providerId="ADAL" clId="{58AAB240-BB3C-43BA-87E9-80C5D70C8BCC}" dt="2026-09-11T19:27:20.822" v="4155" actId="1036"/>
          <ac:cxnSpMkLst>
            <pc:docMk/>
            <pc:sldMk cId="3939624714" sldId="260"/>
            <ac:cxnSpMk id="136" creationId="{6EA55729-B720-0CB7-A503-3FFEF2D56B3F}"/>
          </ac:cxnSpMkLst>
        </pc:cxnChg>
        <pc:cxnChg chg="add del mod">
          <ac:chgData name="Jonah St. Hilaire" userId="9d0a7af2-d0bd-4748-b50b-5cc37e0fdaa3" providerId="ADAL" clId="{58AAB240-BB3C-43BA-87E9-80C5D70C8BCC}" dt="2026-09-11T19:14:35.679" v="3778" actId="478"/>
          <ac:cxnSpMkLst>
            <pc:docMk/>
            <pc:sldMk cId="3939624714" sldId="260"/>
            <ac:cxnSpMk id="139" creationId="{7BD35F1D-DE27-043A-C61E-EAA1D64765E9}"/>
          </ac:cxnSpMkLst>
        </pc:cxnChg>
        <pc:cxnChg chg="add mod">
          <ac:chgData name="Jonah St. Hilaire" userId="9d0a7af2-d0bd-4748-b50b-5cc37e0fdaa3" providerId="ADAL" clId="{58AAB240-BB3C-43BA-87E9-80C5D70C8BCC}" dt="2026-09-11T19:15:01.199" v="3784" actId="1076"/>
          <ac:cxnSpMkLst>
            <pc:docMk/>
            <pc:sldMk cId="3939624714" sldId="260"/>
            <ac:cxnSpMk id="143" creationId="{3ED93ABE-34DB-60BD-0881-E5CE40AB83AB}"/>
          </ac:cxnSpMkLst>
        </pc:cxnChg>
        <pc:cxnChg chg="add mod">
          <ac:chgData name="Jonah St. Hilaire" userId="9d0a7af2-d0bd-4748-b50b-5cc37e0fdaa3" providerId="ADAL" clId="{58AAB240-BB3C-43BA-87E9-80C5D70C8BCC}" dt="2026-09-11T19:22:45.582" v="4048" actId="1036"/>
          <ac:cxnSpMkLst>
            <pc:docMk/>
            <pc:sldMk cId="3939624714" sldId="260"/>
            <ac:cxnSpMk id="146" creationId="{5ECB1BDD-9D41-C99D-1BDC-E7491586497D}"/>
          </ac:cxnSpMkLst>
        </pc:cxnChg>
        <pc:cxnChg chg="add del mod">
          <ac:chgData name="Jonah St. Hilaire" userId="9d0a7af2-d0bd-4748-b50b-5cc37e0fdaa3" providerId="ADAL" clId="{58AAB240-BB3C-43BA-87E9-80C5D70C8BCC}" dt="2026-09-11T19:18:49.822" v="3870" actId="478"/>
          <ac:cxnSpMkLst>
            <pc:docMk/>
            <pc:sldMk cId="3939624714" sldId="260"/>
            <ac:cxnSpMk id="153" creationId="{80742E90-08F6-6AEB-7595-8B36980BBC3E}"/>
          </ac:cxnSpMkLst>
        </pc:cxnChg>
        <pc:cxnChg chg="add del mod">
          <ac:chgData name="Jonah St. Hilaire" userId="9d0a7af2-d0bd-4748-b50b-5cc37e0fdaa3" providerId="ADAL" clId="{58AAB240-BB3C-43BA-87E9-80C5D70C8BCC}" dt="2026-09-11T19:18:51.658" v="3872" actId="478"/>
          <ac:cxnSpMkLst>
            <pc:docMk/>
            <pc:sldMk cId="3939624714" sldId="260"/>
            <ac:cxnSpMk id="154" creationId="{358A776D-5D6F-F85C-F2C3-FAF8F8B7F519}"/>
          </ac:cxnSpMkLst>
        </pc:cxnChg>
        <pc:cxnChg chg="add del mod">
          <ac:chgData name="Jonah St. Hilaire" userId="9d0a7af2-d0bd-4748-b50b-5cc37e0fdaa3" providerId="ADAL" clId="{58AAB240-BB3C-43BA-87E9-80C5D70C8BCC}" dt="2026-09-11T19:18:22.252" v="3835" actId="478"/>
          <ac:cxnSpMkLst>
            <pc:docMk/>
            <pc:sldMk cId="3939624714" sldId="260"/>
            <ac:cxnSpMk id="155" creationId="{8A710922-FCEB-BC2C-F4A1-9D4752A0E74F}"/>
          </ac:cxnSpMkLst>
        </pc:cxnChg>
        <pc:cxnChg chg="add mod">
          <ac:chgData name="Jonah St. Hilaire" userId="9d0a7af2-d0bd-4748-b50b-5cc37e0fdaa3" providerId="ADAL" clId="{58AAB240-BB3C-43BA-87E9-80C5D70C8BCC}" dt="2026-09-11T19:27:52.003" v="4157" actId="692"/>
          <ac:cxnSpMkLst>
            <pc:docMk/>
            <pc:sldMk cId="3939624714" sldId="260"/>
            <ac:cxnSpMk id="178" creationId="{0992CBC5-F175-D5DF-B6D2-2818E334296E}"/>
          </ac:cxnSpMkLst>
        </pc:cxnChg>
        <pc:cxnChg chg="add mod">
          <ac:chgData name="Jonah St. Hilaire" userId="9d0a7af2-d0bd-4748-b50b-5cc37e0fdaa3" providerId="ADAL" clId="{58AAB240-BB3C-43BA-87E9-80C5D70C8BCC}" dt="2026-09-11T19:28:14.640" v="4161" actId="1035"/>
          <ac:cxnSpMkLst>
            <pc:docMk/>
            <pc:sldMk cId="3939624714" sldId="260"/>
            <ac:cxnSpMk id="181" creationId="{55B85A1B-CE18-A933-EE99-B698A5B6E008}"/>
          </ac:cxnSpMkLst>
        </pc:cxnChg>
        <pc:cxnChg chg="add del">
          <ac:chgData name="Jonah St. Hilaire" userId="9d0a7af2-d0bd-4748-b50b-5cc37e0fdaa3" providerId="ADAL" clId="{58AAB240-BB3C-43BA-87E9-80C5D70C8BCC}" dt="2026-09-11T19:28:43.694" v="4164" actId="11529"/>
          <ac:cxnSpMkLst>
            <pc:docMk/>
            <pc:sldMk cId="3939624714" sldId="260"/>
            <ac:cxnSpMk id="183" creationId="{BA7C6220-B8E3-501D-18C4-E0A0E5741126}"/>
          </ac:cxnSpMkLst>
        </pc:cxnChg>
        <pc:cxnChg chg="add del mod">
          <ac:chgData name="Jonah St. Hilaire" userId="9d0a7af2-d0bd-4748-b50b-5cc37e0fdaa3" providerId="ADAL" clId="{58AAB240-BB3C-43BA-87E9-80C5D70C8BCC}" dt="2026-09-11T19:29:33.679" v="4174" actId="478"/>
          <ac:cxnSpMkLst>
            <pc:docMk/>
            <pc:sldMk cId="3939624714" sldId="260"/>
            <ac:cxnSpMk id="184" creationId="{1B012ECD-3852-A17C-AAA7-F90D52E62037}"/>
          </ac:cxnSpMkLst>
        </pc:cxnChg>
        <pc:cxnChg chg="add del mod">
          <ac:chgData name="Jonah St. Hilaire" userId="9d0a7af2-d0bd-4748-b50b-5cc37e0fdaa3" providerId="ADAL" clId="{58AAB240-BB3C-43BA-87E9-80C5D70C8BCC}" dt="2026-09-11T19:29:57.023" v="4179" actId="478"/>
          <ac:cxnSpMkLst>
            <pc:docMk/>
            <pc:sldMk cId="3939624714" sldId="260"/>
            <ac:cxnSpMk id="185" creationId="{96C49A77-D282-7D0A-558F-EAA5B43F3643}"/>
          </ac:cxnSpMkLst>
        </pc:cxnChg>
        <pc:cxnChg chg="add mod">
          <ac:chgData name="Jonah St. Hilaire" userId="9d0a7af2-d0bd-4748-b50b-5cc37e0fdaa3" providerId="ADAL" clId="{58AAB240-BB3C-43BA-87E9-80C5D70C8BCC}" dt="2026-09-11T19:29:36.094" v="4175" actId="14100"/>
          <ac:cxnSpMkLst>
            <pc:docMk/>
            <pc:sldMk cId="3939624714" sldId="260"/>
            <ac:cxnSpMk id="189" creationId="{2BDF6C84-786F-17DB-DA5A-02132EFADD5E}"/>
          </ac:cxnSpMkLst>
        </pc:cxnChg>
        <pc:cxnChg chg="add mod">
          <ac:chgData name="Jonah St. Hilaire" userId="9d0a7af2-d0bd-4748-b50b-5cc37e0fdaa3" providerId="ADAL" clId="{58AAB240-BB3C-43BA-87E9-80C5D70C8BCC}" dt="2026-09-11T19:29:59.461" v="4180" actId="14100"/>
          <ac:cxnSpMkLst>
            <pc:docMk/>
            <pc:sldMk cId="3939624714" sldId="260"/>
            <ac:cxnSpMk id="192" creationId="{A3199E7F-4F31-8532-B538-0F8437D1525C}"/>
          </ac:cxnSpMkLst>
        </pc:cxnChg>
        <pc:cxnChg chg="add mod">
          <ac:chgData name="Jonah St. Hilaire" userId="9d0a7af2-d0bd-4748-b50b-5cc37e0fdaa3" providerId="ADAL" clId="{58AAB240-BB3C-43BA-87E9-80C5D70C8BCC}" dt="2026-09-11T19:32:13.521" v="4226" actId="14100"/>
          <ac:cxnSpMkLst>
            <pc:docMk/>
            <pc:sldMk cId="3939624714" sldId="260"/>
            <ac:cxnSpMk id="195" creationId="{A2E2BC6F-DA8A-9C13-E9EF-D2718D240808}"/>
          </ac:cxnSpMkLst>
        </pc:cxnChg>
        <pc:cxnChg chg="add del">
          <ac:chgData name="Jonah St. Hilaire" userId="9d0a7af2-d0bd-4748-b50b-5cc37e0fdaa3" providerId="ADAL" clId="{58AAB240-BB3C-43BA-87E9-80C5D70C8BCC}" dt="2026-09-11T19:32:18.356" v="4228" actId="11529"/>
          <ac:cxnSpMkLst>
            <pc:docMk/>
            <pc:sldMk cId="3939624714" sldId="260"/>
            <ac:cxnSpMk id="198" creationId="{21A5F2EB-4EAD-6F4B-D234-503771088013}"/>
          </ac:cxnSpMkLst>
        </pc:cxnChg>
        <pc:cxnChg chg="add del">
          <ac:chgData name="Jonah St. Hilaire" userId="9d0a7af2-d0bd-4748-b50b-5cc37e0fdaa3" providerId="ADAL" clId="{58AAB240-BB3C-43BA-87E9-80C5D70C8BCC}" dt="2026-09-11T19:33:45.028" v="4234" actId="478"/>
          <ac:cxnSpMkLst>
            <pc:docMk/>
            <pc:sldMk cId="3939624714" sldId="260"/>
            <ac:cxnSpMk id="200" creationId="{BFD229AB-745A-EE5C-E583-78EFA52A3CCB}"/>
          </ac:cxnSpMkLst>
        </pc:cxnChg>
        <pc:cxnChg chg="add del mod">
          <ac:chgData name="Jonah St. Hilaire" userId="9d0a7af2-d0bd-4748-b50b-5cc37e0fdaa3" providerId="ADAL" clId="{58AAB240-BB3C-43BA-87E9-80C5D70C8BCC}" dt="2026-09-11T19:33:42.370" v="4233" actId="478"/>
          <ac:cxnSpMkLst>
            <pc:docMk/>
            <pc:sldMk cId="3939624714" sldId="260"/>
            <ac:cxnSpMk id="202" creationId="{E5CC4987-2591-D835-7310-272D7507F411}"/>
          </ac:cxnSpMkLst>
        </pc:cxnChg>
      </pc:sldChg>
      <pc:sldMasterChg chg="modSp modSldLayout">
        <pc:chgData name="Jonah St. Hilaire" userId="9d0a7af2-d0bd-4748-b50b-5cc37e0fdaa3" providerId="ADAL" clId="{58AAB240-BB3C-43BA-87E9-80C5D70C8BCC}" dt="2026-09-11T16:19:46.133" v="1832"/>
        <pc:sldMasterMkLst>
          <pc:docMk/>
          <pc:sldMasterMk cId="2028697689" sldId="2147483720"/>
        </pc:sldMasterMkLst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asterMk cId="2028697689" sldId="2147483720"/>
            <ac:spMk id="2" creationId="{00000000-0000-0000-0000-000000000000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asterMk cId="2028697689" sldId="2147483720"/>
            <ac:spMk id="3" creationId="{00000000-0000-0000-0000-000000000000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asterMk cId="2028697689" sldId="2147483720"/>
            <ac:spMk id="4" creationId="{00000000-0000-0000-0000-000000000000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asterMk cId="2028697689" sldId="2147483720"/>
            <ac:spMk id="5" creationId="{00000000-0000-0000-0000-000000000000}"/>
          </ac:spMkLst>
        </pc:spChg>
        <pc:spChg chg="mod">
          <ac:chgData name="Jonah St. Hilaire" userId="9d0a7af2-d0bd-4748-b50b-5cc37e0fdaa3" providerId="ADAL" clId="{58AAB240-BB3C-43BA-87E9-80C5D70C8BCC}" dt="2026-09-11T16:19:46.133" v="1832"/>
          <ac:spMkLst>
            <pc:docMk/>
            <pc:sldMasterMk cId="2028697689" sldId="2147483720"/>
            <ac:spMk id="6" creationId="{00000000-0000-0000-0000-000000000000}"/>
          </ac:spMkLst>
        </pc:sp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2995815970" sldId="2147483721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2995815970" sldId="2147483721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2995815970" sldId="2147483721"/>
              <ac:spMk id="3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1142108930" sldId="2147483723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1142108930" sldId="2147483723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1142108930" sldId="2147483723"/>
              <ac:spMk id="3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506739843" sldId="2147483724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506739843" sldId="2147483724"/>
              <ac:spMk id="3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506739843" sldId="2147483724"/>
              <ac:spMk id="4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3092460689" sldId="2147483725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092460689" sldId="2147483725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092460689" sldId="2147483725"/>
              <ac:spMk id="3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092460689" sldId="2147483725"/>
              <ac:spMk id="4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092460689" sldId="2147483725"/>
              <ac:spMk id="5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092460689" sldId="2147483725"/>
              <ac:spMk id="6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778343880" sldId="2147483728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778343880" sldId="2147483728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778343880" sldId="2147483728"/>
              <ac:spMk id="3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778343880" sldId="2147483728"/>
              <ac:spMk id="4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3384986829" sldId="2147483729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384986829" sldId="2147483729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384986829" sldId="2147483729"/>
              <ac:spMk id="3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384986829" sldId="2147483729"/>
              <ac:spMk id="4" creationId="{00000000-0000-0000-0000-000000000000}"/>
            </ac:spMkLst>
          </pc:spChg>
        </pc:sldLayoutChg>
        <pc:sldLayoutChg chg="modSp">
          <pc:chgData name="Jonah St. Hilaire" userId="9d0a7af2-d0bd-4748-b50b-5cc37e0fdaa3" providerId="ADAL" clId="{58AAB240-BB3C-43BA-87E9-80C5D70C8BCC}" dt="2026-09-11T16:19:46.133" v="1832"/>
          <pc:sldLayoutMkLst>
            <pc:docMk/>
            <pc:sldMasterMk cId="2028697689" sldId="2147483720"/>
            <pc:sldLayoutMk cId="386971641" sldId="2147483731"/>
          </pc:sldLayoutMkLst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86971641" sldId="2147483731"/>
              <ac:spMk id="2" creationId="{00000000-0000-0000-0000-000000000000}"/>
            </ac:spMkLst>
          </pc:spChg>
          <pc:spChg chg="mod">
            <ac:chgData name="Jonah St. Hilaire" userId="9d0a7af2-d0bd-4748-b50b-5cc37e0fdaa3" providerId="ADAL" clId="{58AAB240-BB3C-43BA-87E9-80C5D70C8BCC}" dt="2026-09-11T16:19:46.133" v="1832"/>
            <ac:spMkLst>
              <pc:docMk/>
              <pc:sldMasterMk cId="2028697689" sldId="2147483720"/>
              <pc:sldLayoutMk cId="386971641" sldId="2147483731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1B76C8-650E-46E7-9239-6D2B71F9A944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22375" y="1143000"/>
            <a:ext cx="93027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F4A32F-C695-4BF9-863B-752C2D5BBE96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9736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F4A32F-C695-4BF9-863B-752C2D5BBE96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00869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1172506"/>
            <a:ext cx="16199644" cy="2494268"/>
          </a:xfrm>
        </p:spPr>
        <p:txBody>
          <a:bodyPr anchor="b"/>
          <a:lstStyle>
            <a:lvl1pPr algn="ctr"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3762963"/>
            <a:ext cx="16199644" cy="1729735"/>
          </a:xfrm>
        </p:spPr>
        <p:txBody>
          <a:bodyPr/>
          <a:lstStyle>
            <a:lvl1pPr marL="0" indent="0" algn="ctr">
              <a:buNone/>
              <a:defRPr sz="2507"/>
            </a:lvl1pPr>
            <a:lvl2pPr marL="477637" indent="0" algn="ctr">
              <a:buNone/>
              <a:defRPr sz="2089"/>
            </a:lvl2pPr>
            <a:lvl3pPr marL="955274" indent="0" algn="ctr">
              <a:buNone/>
              <a:defRPr sz="1880"/>
            </a:lvl3pPr>
            <a:lvl4pPr marL="1432911" indent="0" algn="ctr">
              <a:buNone/>
              <a:defRPr sz="1672"/>
            </a:lvl4pPr>
            <a:lvl5pPr marL="1910547" indent="0" algn="ctr">
              <a:buNone/>
              <a:defRPr sz="1672"/>
            </a:lvl5pPr>
            <a:lvl6pPr marL="2388184" indent="0" algn="ctr">
              <a:buNone/>
              <a:defRPr sz="1672"/>
            </a:lvl6pPr>
            <a:lvl7pPr marL="2865821" indent="0" algn="ctr">
              <a:buNone/>
              <a:defRPr sz="1672"/>
            </a:lvl7pPr>
            <a:lvl8pPr marL="3343458" indent="0" algn="ctr">
              <a:buNone/>
              <a:defRPr sz="1672"/>
            </a:lvl8pPr>
            <a:lvl9pPr marL="3821095" indent="0" algn="ctr">
              <a:buNone/>
              <a:defRPr sz="16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4708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7754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1786123"/>
            <a:ext cx="18629590" cy="2980186"/>
          </a:xfrm>
        </p:spPr>
        <p:txBody>
          <a:bodyPr anchor="b"/>
          <a:lstStyle>
            <a:lvl1pPr>
              <a:defRPr sz="626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4794503"/>
            <a:ext cx="18629590" cy="1567209"/>
          </a:xfrm>
        </p:spPr>
        <p:txBody>
          <a:bodyPr/>
          <a:lstStyle>
            <a:lvl1pPr marL="0" indent="0">
              <a:buNone/>
              <a:defRPr sz="2507">
                <a:solidFill>
                  <a:schemeClr val="tx1">
                    <a:tint val="82000"/>
                  </a:schemeClr>
                </a:solidFill>
              </a:defRPr>
            </a:lvl1pPr>
            <a:lvl2pPr marL="477637" indent="0">
              <a:buNone/>
              <a:defRPr sz="2089">
                <a:solidFill>
                  <a:schemeClr val="tx1">
                    <a:tint val="82000"/>
                  </a:schemeClr>
                </a:solidFill>
              </a:defRPr>
            </a:lvl2pPr>
            <a:lvl3pPr marL="955274" indent="0">
              <a:buNone/>
              <a:defRPr sz="1880">
                <a:solidFill>
                  <a:schemeClr val="tx1">
                    <a:tint val="82000"/>
                  </a:schemeClr>
                </a:solidFill>
              </a:defRPr>
            </a:lvl3pPr>
            <a:lvl4pPr marL="143291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4pPr>
            <a:lvl5pPr marL="1910547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5pPr>
            <a:lvl6pPr marL="2388184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6pPr>
            <a:lvl7pPr marL="2865821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7pPr>
            <a:lvl8pPr marL="3343458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8pPr>
            <a:lvl9pPr marL="3821095" indent="0">
              <a:buNone/>
              <a:defRPr sz="16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9017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1907187"/>
            <a:ext cx="9179798" cy="4545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85156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381438"/>
            <a:ext cx="18629590" cy="138478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1756271"/>
            <a:ext cx="9137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2616992"/>
            <a:ext cx="9137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1756271"/>
            <a:ext cx="9182611" cy="860721"/>
          </a:xfrm>
        </p:spPr>
        <p:txBody>
          <a:bodyPr anchor="b"/>
          <a:lstStyle>
            <a:lvl1pPr marL="0" indent="0">
              <a:buNone/>
              <a:defRPr sz="2507" b="1"/>
            </a:lvl1pPr>
            <a:lvl2pPr marL="477637" indent="0">
              <a:buNone/>
              <a:defRPr sz="2089" b="1"/>
            </a:lvl2pPr>
            <a:lvl3pPr marL="955274" indent="0">
              <a:buNone/>
              <a:defRPr sz="1880" b="1"/>
            </a:lvl3pPr>
            <a:lvl4pPr marL="1432911" indent="0">
              <a:buNone/>
              <a:defRPr sz="1672" b="1"/>
            </a:lvl4pPr>
            <a:lvl5pPr marL="1910547" indent="0">
              <a:buNone/>
              <a:defRPr sz="1672" b="1"/>
            </a:lvl5pPr>
            <a:lvl6pPr marL="2388184" indent="0">
              <a:buNone/>
              <a:defRPr sz="1672" b="1"/>
            </a:lvl6pPr>
            <a:lvl7pPr marL="2865821" indent="0">
              <a:buNone/>
              <a:defRPr sz="1672" b="1"/>
            </a:lvl7pPr>
            <a:lvl8pPr marL="3343458" indent="0">
              <a:buNone/>
              <a:defRPr sz="1672" b="1"/>
            </a:lvl8pPr>
            <a:lvl9pPr marL="3821095" indent="0">
              <a:buNone/>
              <a:defRPr sz="16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2616992"/>
            <a:ext cx="9182611" cy="38492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577556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77735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57181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031540"/>
            <a:ext cx="10934760" cy="5091359"/>
          </a:xfrm>
        </p:spPr>
        <p:txBody>
          <a:bodyPr/>
          <a:lstStyle>
            <a:lvl1pPr>
              <a:defRPr sz="3343"/>
            </a:lvl1pPr>
            <a:lvl2pPr>
              <a:defRPr sz="2925"/>
            </a:lvl2pPr>
            <a:lvl3pPr>
              <a:defRPr sz="2507"/>
            </a:lvl3pPr>
            <a:lvl4pPr>
              <a:defRPr sz="2089"/>
            </a:lvl4pPr>
            <a:lvl5pPr>
              <a:defRPr sz="2089"/>
            </a:lvl5pPr>
            <a:lvl6pPr>
              <a:defRPr sz="2089"/>
            </a:lvl6pPr>
            <a:lvl7pPr>
              <a:defRPr sz="2089"/>
            </a:lvl7pPr>
            <a:lvl8pPr>
              <a:defRPr sz="2089"/>
            </a:lvl8pPr>
            <a:lvl9pPr>
              <a:defRPr sz="208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0568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477626"/>
            <a:ext cx="6966408" cy="1671691"/>
          </a:xfrm>
        </p:spPr>
        <p:txBody>
          <a:bodyPr anchor="b"/>
          <a:lstStyle>
            <a:lvl1pPr>
              <a:defRPr sz="334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031540"/>
            <a:ext cx="10934760" cy="5091359"/>
          </a:xfrm>
        </p:spPr>
        <p:txBody>
          <a:bodyPr anchor="t"/>
          <a:lstStyle>
            <a:lvl1pPr marL="0" indent="0">
              <a:buNone/>
              <a:defRPr sz="3343"/>
            </a:lvl1pPr>
            <a:lvl2pPr marL="477637" indent="0">
              <a:buNone/>
              <a:defRPr sz="2925"/>
            </a:lvl2pPr>
            <a:lvl3pPr marL="955274" indent="0">
              <a:buNone/>
              <a:defRPr sz="2507"/>
            </a:lvl3pPr>
            <a:lvl4pPr marL="1432911" indent="0">
              <a:buNone/>
              <a:defRPr sz="2089"/>
            </a:lvl4pPr>
            <a:lvl5pPr marL="1910547" indent="0">
              <a:buNone/>
              <a:defRPr sz="2089"/>
            </a:lvl5pPr>
            <a:lvl6pPr marL="2388184" indent="0">
              <a:buNone/>
              <a:defRPr sz="2089"/>
            </a:lvl6pPr>
            <a:lvl7pPr marL="2865821" indent="0">
              <a:buNone/>
              <a:defRPr sz="2089"/>
            </a:lvl7pPr>
            <a:lvl8pPr marL="3343458" indent="0">
              <a:buNone/>
              <a:defRPr sz="2089"/>
            </a:lvl8pPr>
            <a:lvl9pPr marL="3821095" indent="0">
              <a:buNone/>
              <a:defRPr sz="208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2149316"/>
            <a:ext cx="6966408" cy="3981875"/>
          </a:xfrm>
        </p:spPr>
        <p:txBody>
          <a:bodyPr/>
          <a:lstStyle>
            <a:lvl1pPr marL="0" indent="0">
              <a:buNone/>
              <a:defRPr sz="1672"/>
            </a:lvl1pPr>
            <a:lvl2pPr marL="477637" indent="0">
              <a:buNone/>
              <a:defRPr sz="1463"/>
            </a:lvl2pPr>
            <a:lvl3pPr marL="955274" indent="0">
              <a:buNone/>
              <a:defRPr sz="1254"/>
            </a:lvl3pPr>
            <a:lvl4pPr marL="1432911" indent="0">
              <a:buNone/>
              <a:defRPr sz="1045"/>
            </a:lvl4pPr>
            <a:lvl5pPr marL="1910547" indent="0">
              <a:buNone/>
              <a:defRPr sz="1045"/>
            </a:lvl5pPr>
            <a:lvl6pPr marL="2388184" indent="0">
              <a:buNone/>
              <a:defRPr sz="1045"/>
            </a:lvl6pPr>
            <a:lvl7pPr marL="2865821" indent="0">
              <a:buNone/>
              <a:defRPr sz="1045"/>
            </a:lvl7pPr>
            <a:lvl8pPr marL="3343458" indent="0">
              <a:buNone/>
              <a:defRPr sz="1045"/>
            </a:lvl8pPr>
            <a:lvl9pPr marL="3821095" indent="0">
              <a:buNone/>
              <a:defRPr sz="10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755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98342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381437"/>
            <a:ext cx="4657398" cy="60714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381437"/>
            <a:ext cx="13702199" cy="60714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73253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381438"/>
            <a:ext cx="18629590" cy="13847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1907187"/>
            <a:ext cx="18629590" cy="45457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7401E-E5C6-4ADA-88C9-F7478DD83A36}" type="datetimeFigureOut">
              <a:rPr lang="en-CA" smtClean="0"/>
              <a:t>2026-09-11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6640327"/>
            <a:ext cx="7289840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6640327"/>
            <a:ext cx="4859893" cy="3814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5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2D810-4ECA-4F21-B577-1BFFECC4443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4865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55274" rtl="0" eaLnBrk="1" latinLnBrk="0" hangingPunct="1">
        <a:lnSpc>
          <a:spcPct val="90000"/>
        </a:lnSpc>
        <a:spcBef>
          <a:spcPct val="0"/>
        </a:spcBef>
        <a:buNone/>
        <a:defRPr sz="45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8818" indent="-238818" algn="l" defTabSz="955274" rtl="0" eaLnBrk="1" latinLnBrk="0" hangingPunct="1">
        <a:lnSpc>
          <a:spcPct val="90000"/>
        </a:lnSpc>
        <a:spcBef>
          <a:spcPts val="1045"/>
        </a:spcBef>
        <a:buFont typeface="Arial" panose="020B0604020202020204" pitchFamily="34" charset="0"/>
        <a:buChar char="•"/>
        <a:defRPr sz="2925" kern="1200">
          <a:solidFill>
            <a:schemeClr val="tx1"/>
          </a:solidFill>
          <a:latin typeface="+mn-lt"/>
          <a:ea typeface="+mn-ea"/>
          <a:cs typeface="+mn-cs"/>
        </a:defRPr>
      </a:lvl1pPr>
      <a:lvl2pPr marL="716455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507" kern="1200">
          <a:solidFill>
            <a:schemeClr val="tx1"/>
          </a:solidFill>
          <a:latin typeface="+mn-lt"/>
          <a:ea typeface="+mn-ea"/>
          <a:cs typeface="+mn-cs"/>
        </a:defRPr>
      </a:lvl2pPr>
      <a:lvl3pPr marL="1194092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2089" kern="1200">
          <a:solidFill>
            <a:schemeClr val="tx1"/>
          </a:solidFill>
          <a:latin typeface="+mn-lt"/>
          <a:ea typeface="+mn-ea"/>
          <a:cs typeface="+mn-cs"/>
        </a:defRPr>
      </a:lvl3pPr>
      <a:lvl4pPr marL="167172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214936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62700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3104639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582276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4059913" indent="-238818" algn="l" defTabSz="955274" rtl="0" eaLnBrk="1" latinLnBrk="0" hangingPunct="1">
        <a:lnSpc>
          <a:spcPct val="90000"/>
        </a:lnSpc>
        <a:spcBef>
          <a:spcPts val="522"/>
        </a:spcBef>
        <a:buFont typeface="Arial" panose="020B0604020202020204" pitchFamily="34" charset="0"/>
        <a:buChar char="•"/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1pPr>
      <a:lvl2pPr marL="47763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2pPr>
      <a:lvl3pPr marL="95527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3pPr>
      <a:lvl4pPr marL="143291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4pPr>
      <a:lvl5pPr marL="1910547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5pPr>
      <a:lvl6pPr marL="2388184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6pPr>
      <a:lvl7pPr marL="2865821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7pPr>
      <a:lvl8pPr marL="3343458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8pPr>
      <a:lvl9pPr marL="3821095" algn="l" defTabSz="955274" rtl="0" eaLnBrk="1" latinLnBrk="0" hangingPunct="1">
        <a:defRPr sz="18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hyperlink" Target="https://fabacademy.org/archives/2015/doc/electronics_design_eagle.html" TargetMode="External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9" Type="http://schemas.openxmlformats.org/officeDocument/2006/relationships/image" Target="../media/image27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4" Type="http://schemas.openxmlformats.org/officeDocument/2006/relationships/image" Target="../media/image3.png"/><Relationship Id="rId9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7.png"/><Relationship Id="rId51" Type="http://schemas.openxmlformats.org/officeDocument/2006/relationships/image" Target="../media/image48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46" Type="http://schemas.openxmlformats.org/officeDocument/2006/relationships/image" Target="../media/image43.png"/><Relationship Id="rId20" Type="http://schemas.openxmlformats.org/officeDocument/2006/relationships/image" Target="../media/image18.png"/><Relationship Id="rId41" Type="http://schemas.openxmlformats.org/officeDocument/2006/relationships/image" Target="../media/image38.png"/><Relationship Id="rId54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6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4.png"/><Relationship Id="rId18" Type="http://schemas.openxmlformats.org/officeDocument/2006/relationships/image" Target="../media/image69.png"/><Relationship Id="rId26" Type="http://schemas.openxmlformats.org/officeDocument/2006/relationships/image" Target="../media/image24.png"/><Relationship Id="rId39" Type="http://schemas.openxmlformats.org/officeDocument/2006/relationships/image" Target="../media/image89.png"/><Relationship Id="rId21" Type="http://schemas.openxmlformats.org/officeDocument/2006/relationships/image" Target="../media/image72.png"/><Relationship Id="rId34" Type="http://schemas.openxmlformats.org/officeDocument/2006/relationships/image" Target="../media/image84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29" Type="http://schemas.openxmlformats.org/officeDocument/2006/relationships/image" Target="../media/image79.png"/><Relationship Id="rId41" Type="http://schemas.openxmlformats.org/officeDocument/2006/relationships/image" Target="../media/image9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11" Type="http://schemas.openxmlformats.org/officeDocument/2006/relationships/image" Target="../media/image62.png"/><Relationship Id="rId24" Type="http://schemas.openxmlformats.org/officeDocument/2006/relationships/image" Target="../media/image75.png"/><Relationship Id="rId32" Type="http://schemas.openxmlformats.org/officeDocument/2006/relationships/image" Target="../media/image82.png"/><Relationship Id="rId37" Type="http://schemas.openxmlformats.org/officeDocument/2006/relationships/image" Target="../media/image87.png"/><Relationship Id="rId40" Type="http://schemas.openxmlformats.org/officeDocument/2006/relationships/image" Target="../media/image90.png"/><Relationship Id="rId5" Type="http://schemas.openxmlformats.org/officeDocument/2006/relationships/image" Target="../media/image56.png"/><Relationship Id="rId15" Type="http://schemas.openxmlformats.org/officeDocument/2006/relationships/image" Target="../media/image66.png"/><Relationship Id="rId23" Type="http://schemas.openxmlformats.org/officeDocument/2006/relationships/image" Target="../media/image74.png"/><Relationship Id="rId28" Type="http://schemas.openxmlformats.org/officeDocument/2006/relationships/image" Target="../media/image78.png"/><Relationship Id="rId36" Type="http://schemas.openxmlformats.org/officeDocument/2006/relationships/image" Target="../media/image86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31" Type="http://schemas.openxmlformats.org/officeDocument/2006/relationships/image" Target="../media/image81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73.png"/><Relationship Id="rId27" Type="http://schemas.openxmlformats.org/officeDocument/2006/relationships/image" Target="../media/image77.png"/><Relationship Id="rId30" Type="http://schemas.openxmlformats.org/officeDocument/2006/relationships/image" Target="../media/image80.png"/><Relationship Id="rId35" Type="http://schemas.openxmlformats.org/officeDocument/2006/relationships/image" Target="../media/image85.png"/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12" Type="http://schemas.openxmlformats.org/officeDocument/2006/relationships/image" Target="../media/image63.png"/><Relationship Id="rId17" Type="http://schemas.openxmlformats.org/officeDocument/2006/relationships/image" Target="../media/image68.png"/><Relationship Id="rId25" Type="http://schemas.openxmlformats.org/officeDocument/2006/relationships/image" Target="../media/image76.png"/><Relationship Id="rId33" Type="http://schemas.openxmlformats.org/officeDocument/2006/relationships/image" Target="../media/image83.png"/><Relationship Id="rId38" Type="http://schemas.openxmlformats.org/officeDocument/2006/relationships/image" Target="../media/image8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24.png"/><Relationship Id="rId26" Type="http://schemas.openxmlformats.org/officeDocument/2006/relationships/image" Target="../media/image115.png"/><Relationship Id="rId3" Type="http://schemas.openxmlformats.org/officeDocument/2006/relationships/image" Target="../media/image93.png"/><Relationship Id="rId21" Type="http://schemas.openxmlformats.org/officeDocument/2006/relationships/image" Target="../media/image110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5" Type="http://schemas.openxmlformats.org/officeDocument/2006/relationships/image" Target="../media/image114.png"/><Relationship Id="rId2" Type="http://schemas.openxmlformats.org/officeDocument/2006/relationships/image" Target="../media/image92.png"/><Relationship Id="rId16" Type="http://schemas.openxmlformats.org/officeDocument/2006/relationships/image" Target="../media/image106.png"/><Relationship Id="rId20" Type="http://schemas.openxmlformats.org/officeDocument/2006/relationships/image" Target="../media/image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24" Type="http://schemas.openxmlformats.org/officeDocument/2006/relationships/image" Target="../media/image113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23" Type="http://schemas.openxmlformats.org/officeDocument/2006/relationships/image" Target="../media/image112.png"/><Relationship Id="rId10" Type="http://schemas.openxmlformats.org/officeDocument/2006/relationships/image" Target="../media/image100.png"/><Relationship Id="rId19" Type="http://schemas.openxmlformats.org/officeDocument/2006/relationships/image" Target="../media/image108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81B1EC2B-9A33-98FE-29A5-D8AB84CB1A71}"/>
              </a:ext>
            </a:extLst>
          </p:cNvPr>
          <p:cNvSpPr/>
          <p:nvPr/>
        </p:nvSpPr>
        <p:spPr>
          <a:xfrm>
            <a:off x="6814306" y="2900310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69F0F2-29EA-DC87-457D-D17B712212C1}"/>
              </a:ext>
            </a:extLst>
          </p:cNvPr>
          <p:cNvSpPr/>
          <p:nvPr/>
        </p:nvSpPr>
        <p:spPr>
          <a:xfrm>
            <a:off x="6301334" y="3395261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/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6E38D3CA-4F2B-074C-CC8C-BB29FA3284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3197603"/>
                <a:ext cx="666750" cy="49520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251C0D3C-0074-0CD8-CCC4-45001C732174}"/>
              </a:ext>
            </a:extLst>
          </p:cNvPr>
          <p:cNvGrpSpPr/>
          <p:nvPr/>
        </p:nvGrpSpPr>
        <p:grpSpPr>
          <a:xfrm>
            <a:off x="8597161" y="3748626"/>
            <a:ext cx="2000250" cy="668748"/>
            <a:chOff x="12807156" y="7676528"/>
            <a:chExt cx="6000750" cy="200624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/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E75A34E2-2C5D-92F5-EB46-6D97F26963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07156" y="7779359"/>
                  <a:ext cx="2000250" cy="60007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/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(Back EMF Feedforward)</a:t>
                  </a:r>
                </a:p>
              </p:txBody>
            </p:sp>
          </mc:Choice>
          <mc:Fallback xmlns=""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C4CCE40E-E5B8-9C23-DCFE-E284245926E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07406" y="9082697"/>
                  <a:ext cx="2000250" cy="600075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/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q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443BAD40-5E01-A261-0428-2661160579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07656" y="7779359"/>
                  <a:ext cx="2000250" cy="600075"/>
                </a:xfrm>
                <a:prstGeom prst="round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2B3EE60-B805-5F8F-D426-575D8CD645C4}"/>
                </a:ext>
              </a:extLst>
            </p:cNvPr>
            <p:cNvSpPr/>
            <p:nvPr/>
          </p:nvSpPr>
          <p:spPr>
            <a:xfrm>
              <a:off x="15664656" y="7936521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BCB77834-7002-69B6-FA65-3C295452A355}"/>
                </a:ext>
              </a:extLst>
            </p:cNvPr>
            <p:cNvCxnSpPr>
              <a:stCxn id="11" idx="3"/>
              <a:endCxn id="22" idx="2"/>
            </p:cNvCxnSpPr>
            <p:nvPr/>
          </p:nvCxnSpPr>
          <p:spPr>
            <a:xfrm flipV="1">
              <a:off x="14807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E51B5F8C-B5F7-3B95-9E59-AD94428C0BB2}"/>
                </a:ext>
              </a:extLst>
            </p:cNvPr>
            <p:cNvCxnSpPr>
              <a:stCxn id="14" idx="1"/>
              <a:endCxn id="22" idx="6"/>
            </p:cNvCxnSpPr>
            <p:nvPr/>
          </p:nvCxnSpPr>
          <p:spPr>
            <a:xfrm flipH="1" flipV="1">
              <a:off x="15950406" y="8079396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1B7765DD-84D2-DDA6-2235-FEF8181B9AB7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15378906" y="865407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72100E7-3E80-050D-C9FF-C2D32132132B}"/>
                </a:ext>
              </a:extLst>
            </p:cNvPr>
            <p:cNvSpPr txBox="1"/>
            <p:nvPr/>
          </p:nvSpPr>
          <p:spPr>
            <a:xfrm>
              <a:off x="15255462" y="767652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5059A89-8575-966A-D743-49D2A33FBE39}"/>
                </a:ext>
              </a:extLst>
            </p:cNvPr>
            <p:cNvSpPr txBox="1"/>
            <p:nvPr/>
          </p:nvSpPr>
          <p:spPr>
            <a:xfrm>
              <a:off x="15726681" y="8058599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386C0DC-BE5D-E1A6-8CF5-6234E8BE8454}"/>
                </a:ext>
              </a:extLst>
            </p:cNvPr>
            <p:cNvSpPr txBox="1"/>
            <p:nvPr/>
          </p:nvSpPr>
          <p:spPr>
            <a:xfrm>
              <a:off x="15286581" y="8047238"/>
              <a:ext cx="717504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BA5731D-771A-E3E5-2C06-D21B20E31BA0}"/>
              </a:ext>
            </a:extLst>
          </p:cNvPr>
          <p:cNvGrpSpPr/>
          <p:nvPr/>
        </p:nvGrpSpPr>
        <p:grpSpPr>
          <a:xfrm>
            <a:off x="8597161" y="2288662"/>
            <a:ext cx="2000250" cy="437472"/>
            <a:chOff x="12705556" y="5081073"/>
            <a:chExt cx="6000750" cy="13124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/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sSub>
                          <m:sSub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(Decoupling)</a:t>
                  </a:r>
                </a:p>
              </p:txBody>
            </p:sp>
          </mc:Choice>
          <mc:Fallback xmlns=""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7499313A-83FA-DB2B-2BE4-85656AB2774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05556" y="5442744"/>
                  <a:ext cx="2000250" cy="600075"/>
                </a:xfrm>
                <a:prstGeom prst="round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/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𝑓𝑓</m:t>
                            </m:r>
                          </m:sub>
                          <m:sup>
                            <m:r>
                              <a:rPr lang="en-US" sz="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bSup>
                      </m:oMath>
                    </m:oMathPara>
                  </a14:m>
                  <a:endParaRPr lang="en-CA" sz="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lang="en-CA" sz="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(Feedforward)</a:t>
                  </a:r>
                </a:p>
              </p:txBody>
            </p:sp>
          </mc:Choice>
          <mc:Fallback xmlns=""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855B68CF-04F8-2E56-4903-83893ED2AA4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06056" y="5442744"/>
                  <a:ext cx="2000250" cy="600075"/>
                </a:xfrm>
                <a:prstGeom prst="round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 w="19050">
                  <a:solidFill>
                    <a:schemeClr val="tx2">
                      <a:lumMod val="75000"/>
                      <a:lumOff val="2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CA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16E8DD6-2304-ACA4-F41F-D7472CCF9F3F}"/>
                </a:ext>
              </a:extLst>
            </p:cNvPr>
            <p:cNvSpPr/>
            <p:nvPr/>
          </p:nvSpPr>
          <p:spPr>
            <a:xfrm>
              <a:off x="15563056" y="5599906"/>
              <a:ext cx="285750" cy="28575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212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06468CE-0A8F-9FC2-FCAA-30BEFB722B38}"/>
                </a:ext>
              </a:extLst>
            </p:cNvPr>
            <p:cNvCxnSpPr>
              <a:stCxn id="9" idx="3"/>
              <a:endCxn id="15" idx="2"/>
            </p:cNvCxnSpPr>
            <p:nvPr/>
          </p:nvCxnSpPr>
          <p:spPr>
            <a:xfrm flipV="1">
              <a:off x="14705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05BD82F-86CE-0393-5B5E-0B1C1C87763D}"/>
                </a:ext>
              </a:extLst>
            </p:cNvPr>
            <p:cNvCxnSpPr>
              <a:stCxn id="10" idx="1"/>
              <a:endCxn id="15" idx="6"/>
            </p:cNvCxnSpPr>
            <p:nvPr/>
          </p:nvCxnSpPr>
          <p:spPr>
            <a:xfrm flipH="1" flipV="1">
              <a:off x="15848806" y="5742781"/>
              <a:ext cx="857250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med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AB35D2B-BAB3-643A-FB75-CB06F3316D76}"/>
                </a:ext>
              </a:extLst>
            </p:cNvPr>
            <p:cNvSpPr txBox="1"/>
            <p:nvPr/>
          </p:nvSpPr>
          <p:spPr>
            <a:xfrm>
              <a:off x="15012469" y="5081073"/>
              <a:ext cx="69346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_</a:t>
              </a:r>
              <a:endParaRPr lang="en-CA" sz="1200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DF4FAE0-F0D6-F5CE-BDBE-5B08162D619F}"/>
                </a:ext>
              </a:extLst>
            </p:cNvPr>
            <p:cNvSpPr txBox="1"/>
            <p:nvPr/>
          </p:nvSpPr>
          <p:spPr>
            <a:xfrm>
              <a:off x="15839140" y="5747156"/>
              <a:ext cx="71750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/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4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40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7" name="Rectangle: Rounded Corners 36">
                <a:extLst>
                  <a:ext uri="{FF2B5EF4-FFF2-40B4-BE49-F238E27FC236}">
                    <a16:creationId xmlns:a16="http://schemas.microsoft.com/office/drawing/2014/main" id="{40FFD7F4-7962-FD3B-3777-3CEC889EBC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0326" y="2700338"/>
                <a:ext cx="666750" cy="495200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08F68F7-5D7A-FCCC-78C5-301A641491AF}"/>
              </a:ext>
            </a:extLst>
          </p:cNvPr>
          <p:cNvCxnSpPr>
            <a:cxnSpLocks/>
            <a:stCxn id="5" idx="6"/>
            <a:endCxn id="37" idx="1"/>
          </p:cNvCxnSpPr>
          <p:nvPr/>
        </p:nvCxnSpPr>
        <p:spPr>
          <a:xfrm>
            <a:off x="6909556" y="2947935"/>
            <a:ext cx="760770" cy="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6BE2F4C-E009-A9C7-3BF3-B9C1AD40E63A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6396584" y="3442886"/>
            <a:ext cx="1273742" cy="231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>
            <a:extLst>
              <a:ext uri="{FF2B5EF4-FFF2-40B4-BE49-F238E27FC236}">
                <a16:creationId xmlns:a16="http://schemas.microsoft.com/office/drawing/2014/main" id="{A84711CE-03CF-431D-90B5-F0D6A76B5243}"/>
              </a:ext>
            </a:extLst>
          </p:cNvPr>
          <p:cNvSpPr/>
          <p:nvPr/>
        </p:nvSpPr>
        <p:spPr>
          <a:xfrm>
            <a:off x="9552883" y="3396579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AEF28B0-0666-13F1-943C-75DC7EDA0DC8}"/>
              </a:ext>
            </a:extLst>
          </p:cNvPr>
          <p:cNvSpPr txBox="1"/>
          <p:nvPr/>
        </p:nvSpPr>
        <p:spPr>
          <a:xfrm>
            <a:off x="9413263" y="3301576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181757A-D4A9-1234-7B46-33105EC09528}"/>
              </a:ext>
            </a:extLst>
          </p:cNvPr>
          <p:cNvSpPr txBox="1"/>
          <p:nvPr/>
        </p:nvSpPr>
        <p:spPr>
          <a:xfrm>
            <a:off x="9550885" y="3453458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2D0C3F5-0A51-78A2-FEC1-FBA91F5F50AC}"/>
              </a:ext>
            </a:extLst>
          </p:cNvPr>
          <p:cNvCxnSpPr>
            <a:cxnSpLocks/>
            <a:stCxn id="8" idx="3"/>
            <a:endCxn id="62" idx="2"/>
          </p:cNvCxnSpPr>
          <p:nvPr/>
        </p:nvCxnSpPr>
        <p:spPr>
          <a:xfrm flipV="1">
            <a:off x="8337076" y="3444204"/>
            <a:ext cx="1215807" cy="99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DA87741A-1B11-56E8-479F-D4D637A1BE3E}"/>
              </a:ext>
            </a:extLst>
          </p:cNvPr>
          <p:cNvCxnSpPr>
            <a:stCxn id="22" idx="0"/>
            <a:endCxn id="62" idx="4"/>
          </p:cNvCxnSpPr>
          <p:nvPr/>
        </p:nvCxnSpPr>
        <p:spPr>
          <a:xfrm flipV="1">
            <a:off x="9597288" y="3491833"/>
            <a:ext cx="3222" cy="34345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Oval 75">
            <a:extLst>
              <a:ext uri="{FF2B5EF4-FFF2-40B4-BE49-F238E27FC236}">
                <a16:creationId xmlns:a16="http://schemas.microsoft.com/office/drawing/2014/main" id="{2D98D178-E890-CEC4-F1B8-0A293090B907}"/>
              </a:ext>
            </a:extLst>
          </p:cNvPr>
          <p:cNvSpPr/>
          <p:nvPr/>
        </p:nvSpPr>
        <p:spPr>
          <a:xfrm>
            <a:off x="9549661" y="2900897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7620C99-968C-A9DD-4E51-E5D0AB43B6CB}"/>
              </a:ext>
            </a:extLst>
          </p:cNvPr>
          <p:cNvGrpSpPr/>
          <p:nvPr/>
        </p:nvGrpSpPr>
        <p:grpSpPr>
          <a:xfrm rot="5400000">
            <a:off x="9448728" y="2715851"/>
            <a:ext cx="277144" cy="347707"/>
            <a:chOff x="16333494" y="5180487"/>
            <a:chExt cx="831431" cy="1043121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4F10A811-C916-C1B7-8F86-E8C58CA42954}"/>
                </a:ext>
              </a:extLst>
            </p:cNvPr>
            <p:cNvSpPr txBox="1"/>
            <p:nvPr/>
          </p:nvSpPr>
          <p:spPr>
            <a:xfrm>
              <a:off x="16333494" y="5180487"/>
              <a:ext cx="717505" cy="646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+</a:t>
              </a:r>
              <a:endParaRPr lang="en-CA" sz="12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FD102BA-6CE4-F21A-FDEB-6F498DFB0B40}"/>
                </a:ext>
              </a:extLst>
            </p:cNvPr>
            <p:cNvSpPr txBox="1"/>
            <p:nvPr/>
          </p:nvSpPr>
          <p:spPr>
            <a:xfrm>
              <a:off x="16466658" y="5623443"/>
              <a:ext cx="698267" cy="6001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dirty="0"/>
                <a:t>+</a:t>
              </a:r>
              <a:endParaRPr lang="en-CA" sz="1100" dirty="0"/>
            </a:p>
          </p:txBody>
        </p:sp>
      </p:grp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3FCCD247-E641-CE21-4D09-50B717AA506F}"/>
              </a:ext>
            </a:extLst>
          </p:cNvPr>
          <p:cNvCxnSpPr>
            <a:cxnSpLocks/>
            <a:stCxn id="37" idx="3"/>
            <a:endCxn id="76" idx="2"/>
          </p:cNvCxnSpPr>
          <p:nvPr/>
        </p:nvCxnSpPr>
        <p:spPr>
          <a:xfrm>
            <a:off x="8337076" y="2947938"/>
            <a:ext cx="1212585" cy="58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2C2BCE3-AD1E-E9F9-8299-FDEEAA6DDE4B}"/>
              </a:ext>
            </a:extLst>
          </p:cNvPr>
          <p:cNvCxnSpPr>
            <a:stCxn id="15" idx="4"/>
            <a:endCxn id="76" idx="0"/>
          </p:cNvCxnSpPr>
          <p:nvPr/>
        </p:nvCxnSpPr>
        <p:spPr>
          <a:xfrm>
            <a:off x="9597286" y="2556861"/>
            <a:ext cx="0" cy="34403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/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C4FB42C-ED7B-A13E-6818-91AF4EC44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2741053"/>
                <a:ext cx="304800" cy="20005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/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AA558997-D675-E1D5-6F4F-AB03FA3A08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6524" y="3229713"/>
                <a:ext cx="304800" cy="20960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FA5CBC7A-115F-A234-6875-7399E9941E09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830720" y="2947935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/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ED4FA1-EBBA-1351-16FD-DB796BC457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2744156"/>
                <a:ext cx="304800" cy="20005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/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2B456B9-5CA5-79AD-5C57-40CD2DC136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0060" y="3233631"/>
                <a:ext cx="304800" cy="20960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96DBF0A5-B17E-1D6F-F05C-5DC7FA824471}"/>
              </a:ext>
            </a:extLst>
          </p:cNvPr>
          <p:cNvCxnSpPr>
            <a:cxnSpLocks/>
          </p:cNvCxnSpPr>
          <p:nvPr/>
        </p:nvCxnSpPr>
        <p:spPr>
          <a:xfrm flipH="1" flipV="1">
            <a:off x="5830720" y="3440742"/>
            <a:ext cx="466325" cy="2551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BE276FAD-A782-E56D-7AC5-CCA5233A7EAC}"/>
              </a:ext>
            </a:extLst>
          </p:cNvPr>
          <p:cNvSpPr txBox="1"/>
          <p:nvPr/>
        </p:nvSpPr>
        <p:spPr>
          <a:xfrm>
            <a:off x="6670429" y="2789442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EBE19CC2-2D1C-9846-8F7F-ABD6FEE7D5BF}"/>
              </a:ext>
            </a:extLst>
          </p:cNvPr>
          <p:cNvSpPr txBox="1"/>
          <p:nvPr/>
        </p:nvSpPr>
        <p:spPr>
          <a:xfrm>
            <a:off x="6151928" y="3252870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/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D337B50A-BDB0-ED78-78EE-47FEF43C9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2737878"/>
                <a:ext cx="304800" cy="20480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/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𝑃𝐼</m:t>
                          </m:r>
                        </m:sub>
                      </m:sSub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6D2CEEDC-95B7-6274-5D38-8F7647E5AD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6186" y="3229712"/>
                <a:ext cx="304800" cy="20832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/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533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533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533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533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1" name="Rectangle: Rounded Corners 100">
                <a:extLst>
                  <a:ext uri="{FF2B5EF4-FFF2-40B4-BE49-F238E27FC236}">
                    <a16:creationId xmlns:a16="http://schemas.microsoft.com/office/drawing/2014/main" id="{17890BEC-5B2A-7CE9-DF06-C9F7800A64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16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/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06" name="Rectangle: Rounded Corners 105">
                <a:extLst>
                  <a:ext uri="{FF2B5EF4-FFF2-40B4-BE49-F238E27FC236}">
                    <a16:creationId xmlns:a16="http://schemas.microsoft.com/office/drawing/2014/main" id="{57981C01-D5E1-FF4D-0BBC-FE8829885F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360" y="3950589"/>
                <a:ext cx="488779" cy="239970"/>
              </a:xfrm>
              <a:prstGeom prst="roundRect">
                <a:avLst/>
              </a:prstGeom>
              <a:blipFill>
                <a:blip r:embed="rId17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F38779F-E65A-8A52-73BE-7515A7163088}"/>
              </a:ext>
            </a:extLst>
          </p:cNvPr>
          <p:cNvCxnSpPr>
            <a:stCxn id="106" idx="0"/>
            <a:endCxn id="101" idx="2"/>
          </p:cNvCxnSpPr>
          <p:nvPr/>
        </p:nvCxnSpPr>
        <p:spPr>
          <a:xfrm flipV="1">
            <a:off x="11221747" y="3628861"/>
            <a:ext cx="0" cy="32173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/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65AC5ADB-737D-61AB-BF25-3C829FC739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2742326"/>
                <a:ext cx="304800" cy="2000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/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/>
              </a:p>
            </p:txBody>
          </p:sp>
        </mc:Choice>
        <mc:Fallback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26D58B9F-42F1-9BCC-941A-095CED9C98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0" y="3230985"/>
                <a:ext cx="304800" cy="20832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/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4" name="Rectangle: Rounded Corners 113">
                <a:extLst>
                  <a:ext uri="{FF2B5EF4-FFF2-40B4-BE49-F238E27FC236}">
                    <a16:creationId xmlns:a16="http://schemas.microsoft.com/office/drawing/2014/main" id="{4D94D242-4F75-4624-C3F0-532664FCE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276463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 r="-7500" b="-18750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AC7D5A65-68E4-8A21-771D-547F64C8FB00}"/>
              </a:ext>
            </a:extLst>
          </p:cNvPr>
          <p:cNvCxnSpPr>
            <a:stCxn id="76" idx="6"/>
          </p:cNvCxnSpPr>
          <p:nvPr/>
        </p:nvCxnSpPr>
        <p:spPr>
          <a:xfrm>
            <a:off x="9644914" y="2948522"/>
            <a:ext cx="1219029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97F927D1-A624-DC08-16EF-45FF808110D1}"/>
              </a:ext>
            </a:extLst>
          </p:cNvPr>
          <p:cNvCxnSpPr>
            <a:stCxn id="62" idx="6"/>
          </p:cNvCxnSpPr>
          <p:nvPr/>
        </p:nvCxnSpPr>
        <p:spPr>
          <a:xfrm>
            <a:off x="9648137" y="3444204"/>
            <a:ext cx="1215807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2187668D-54A8-FFBA-1326-B9B11341D5F5}"/>
              </a:ext>
            </a:extLst>
          </p:cNvPr>
          <p:cNvCxnSpPr>
            <a:cxnSpLocks/>
          </p:cNvCxnSpPr>
          <p:nvPr/>
        </p:nvCxnSpPr>
        <p:spPr>
          <a:xfrm>
            <a:off x="11579556" y="2949098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591353C-9B11-A147-3A77-1E09A0B34377}"/>
              </a:ext>
            </a:extLst>
          </p:cNvPr>
          <p:cNvCxnSpPr>
            <a:cxnSpLocks/>
          </p:cNvCxnSpPr>
          <p:nvPr/>
        </p:nvCxnSpPr>
        <p:spPr>
          <a:xfrm>
            <a:off x="11579553" y="345961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/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83EDB41-36AA-14EA-AE93-71897304EE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2749015"/>
                <a:ext cx="304800" cy="200055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/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B572E79-4EE9-46D1-02D8-685722E7F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3249948"/>
                <a:ext cx="304800" cy="21403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B58B85B-046F-5281-9410-639D7482345B}"/>
              </a:ext>
            </a:extLst>
          </p:cNvPr>
          <p:cNvSpPr/>
          <p:nvPr/>
        </p:nvSpPr>
        <p:spPr>
          <a:xfrm>
            <a:off x="13088418" y="2764639"/>
            <a:ext cx="715613" cy="864223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12E1978-9AB6-D8B3-0901-ED47183B9740}"/>
              </a:ext>
            </a:extLst>
          </p:cNvPr>
          <p:cNvCxnSpPr>
            <a:cxnSpLocks/>
          </p:cNvCxnSpPr>
          <p:nvPr/>
        </p:nvCxnSpPr>
        <p:spPr>
          <a:xfrm>
            <a:off x="12691793" y="294729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5597DAB-8EF2-6304-35EA-631840887BA1}"/>
              </a:ext>
            </a:extLst>
          </p:cNvPr>
          <p:cNvCxnSpPr>
            <a:cxnSpLocks/>
          </p:cNvCxnSpPr>
          <p:nvPr/>
        </p:nvCxnSpPr>
        <p:spPr>
          <a:xfrm>
            <a:off x="12691791" y="346190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BAC8F77-8C57-7FA8-F018-E3C939469C09}"/>
              </a:ext>
            </a:extLst>
          </p:cNvPr>
          <p:cNvCxnSpPr>
            <a:cxnSpLocks/>
            <a:stCxn id="114" idx="3"/>
            <a:endCxn id="20" idx="1"/>
          </p:cNvCxnSpPr>
          <p:nvPr/>
        </p:nvCxnSpPr>
        <p:spPr>
          <a:xfrm>
            <a:off x="12691793" y="319674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/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BAF246EB-88C1-DA45-89CD-0D8EC954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2753181"/>
                <a:ext cx="304800" cy="200055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/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9D8ECB8-4C37-9939-224C-2F916D7D4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266208"/>
                <a:ext cx="304800" cy="200055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/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3951CB6-8BB1-BF54-DCB9-AA31533CB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7704" y="3002322"/>
                <a:ext cx="304800" cy="200696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1008A5F1-9DC8-6F2B-A1D4-1D0437E48EE2}"/>
              </a:ext>
            </a:extLst>
          </p:cNvPr>
          <p:cNvGrpSpPr/>
          <p:nvPr/>
        </p:nvGrpSpPr>
        <p:grpSpPr>
          <a:xfrm>
            <a:off x="14200657" y="2764639"/>
            <a:ext cx="715613" cy="864223"/>
            <a:chOff x="30365785" y="3178059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52" name="Rectangle: Rounded Corners 51">
              <a:extLst>
                <a:ext uri="{FF2B5EF4-FFF2-40B4-BE49-F238E27FC236}">
                  <a16:creationId xmlns:a16="http://schemas.microsoft.com/office/drawing/2014/main" id="{B7A088C6-7457-3804-7502-C075B4C19C56}"/>
                </a:ext>
              </a:extLst>
            </p:cNvPr>
            <p:cNvSpPr/>
            <p:nvPr/>
          </p:nvSpPr>
          <p:spPr>
            <a:xfrm>
              <a:off x="30365785" y="3178059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2BBCCE05-394F-45FD-75EE-97E0E9A34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53772" y="4342124"/>
              <a:ext cx="1770866" cy="1180577"/>
            </a:xfrm>
            <a:prstGeom prst="rect">
              <a:avLst/>
            </a:prstGeom>
            <a:grpFill/>
            <a:ln>
              <a:noFill/>
            </a:ln>
          </p:spPr>
        </p:pic>
      </p:grp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845978-4B1F-A8F1-F3E6-B1A91F881096}"/>
              </a:ext>
            </a:extLst>
          </p:cNvPr>
          <p:cNvCxnSpPr>
            <a:cxnSpLocks/>
          </p:cNvCxnSpPr>
          <p:nvPr/>
        </p:nvCxnSpPr>
        <p:spPr>
          <a:xfrm>
            <a:off x="13804032" y="294945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9A02C0C-9199-9D10-414A-278F87BDCFEF}"/>
              </a:ext>
            </a:extLst>
          </p:cNvPr>
          <p:cNvCxnSpPr>
            <a:cxnSpLocks/>
          </p:cNvCxnSpPr>
          <p:nvPr/>
        </p:nvCxnSpPr>
        <p:spPr>
          <a:xfrm>
            <a:off x="13804029" y="3464068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DD609448-E8D5-3AFE-AFBA-F54A6A060F42}"/>
              </a:ext>
            </a:extLst>
          </p:cNvPr>
          <p:cNvCxnSpPr>
            <a:cxnSpLocks/>
          </p:cNvCxnSpPr>
          <p:nvPr/>
        </p:nvCxnSpPr>
        <p:spPr>
          <a:xfrm>
            <a:off x="13804032" y="3198907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/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240F4F8-6E42-2EBC-F80B-32DF0FDB52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2755341"/>
                <a:ext cx="304800" cy="200055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/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96795BA-2CBB-90A3-814B-79719B9BBC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271356"/>
                <a:ext cx="304800" cy="20005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/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>
                  <a:latin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C8E0730E-08D7-48F1-0203-8F99765B6B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2" y="3007470"/>
                <a:ext cx="304800" cy="200055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Oval 63">
            <a:extLst>
              <a:ext uri="{FF2B5EF4-FFF2-40B4-BE49-F238E27FC236}">
                <a16:creationId xmlns:a16="http://schemas.microsoft.com/office/drawing/2014/main" id="{5AE4D647-12E4-63B8-8E23-4C628E3450ED}"/>
              </a:ext>
            </a:extLst>
          </p:cNvPr>
          <p:cNvSpPr/>
          <p:nvPr/>
        </p:nvSpPr>
        <p:spPr>
          <a:xfrm>
            <a:off x="15620782" y="2897307"/>
            <a:ext cx="600000" cy="600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6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A4B63F9-D1EB-7D7D-ABC5-17F93A4E9D98}"/>
              </a:ext>
            </a:extLst>
          </p:cNvPr>
          <p:cNvCxnSpPr>
            <a:cxnSpLocks/>
            <a:stCxn id="52" idx="3"/>
            <a:endCxn id="64" idx="2"/>
          </p:cNvCxnSpPr>
          <p:nvPr/>
        </p:nvCxnSpPr>
        <p:spPr>
          <a:xfrm>
            <a:off x="14916268" y="3196747"/>
            <a:ext cx="704514" cy="56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0C5D629-2D38-D184-939E-7CB9A636A69D}"/>
              </a:ext>
            </a:extLst>
          </p:cNvPr>
          <p:cNvCxnSpPr>
            <a:cxnSpLocks/>
            <a:endCxn id="64" idx="1"/>
          </p:cNvCxnSpPr>
          <p:nvPr/>
        </p:nvCxnSpPr>
        <p:spPr>
          <a:xfrm>
            <a:off x="14916268" y="2985175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1F08B01C-010F-F850-9850-B0CC78BAB335}"/>
              </a:ext>
            </a:extLst>
          </p:cNvPr>
          <p:cNvCxnSpPr>
            <a:cxnSpLocks/>
            <a:endCxn id="64" idx="3"/>
          </p:cNvCxnSpPr>
          <p:nvPr/>
        </p:nvCxnSpPr>
        <p:spPr>
          <a:xfrm>
            <a:off x="14916268" y="3409439"/>
            <a:ext cx="792382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52F726A7-D147-EB3E-1612-684D82854525}"/>
              </a:ext>
            </a:extLst>
          </p:cNvPr>
          <p:cNvSpPr/>
          <p:nvPr/>
        </p:nvSpPr>
        <p:spPr>
          <a:xfrm>
            <a:off x="15676394" y="3516323"/>
            <a:ext cx="488779" cy="2399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/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F163EAB9-1502-B308-2493-B3DFEFAD4F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76394" y="3904015"/>
                <a:ext cx="488779" cy="239970"/>
              </a:xfrm>
              <a:prstGeom prst="roundRect">
                <a:avLst/>
              </a:prstGeom>
              <a:blipFill>
                <a:blip r:embed="rId30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/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4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3F2C8F11-D853-3956-F92D-1F2A332B8A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3468" y="4291707"/>
                <a:ext cx="488779" cy="350400"/>
              </a:xfrm>
              <a:prstGeom prst="roundRect">
                <a:avLst/>
              </a:prstGeom>
              <a:blipFill>
                <a:blip r:embed="rId31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5B1CBAF2-7670-350E-8F9C-CB8DA1EBFB00}"/>
              </a:ext>
            </a:extLst>
          </p:cNvPr>
          <p:cNvCxnSpPr>
            <a:stCxn id="85" idx="2"/>
            <a:endCxn id="86" idx="0"/>
          </p:cNvCxnSpPr>
          <p:nvPr/>
        </p:nvCxnSpPr>
        <p:spPr>
          <a:xfrm>
            <a:off x="15920781" y="3756293"/>
            <a:ext cx="0" cy="1477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/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00862D5D-89D9-1C8F-51C5-27E340933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26867" y="4403944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/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FF65FBFA-5F4E-EA35-2195-0A9259F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3208568"/>
                <a:ext cx="304800" cy="200055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/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9D9F370F-0942-DB9B-9C6B-19C196337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995483"/>
                <a:ext cx="304800" cy="200055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EBBA4C77-7579-6F63-CB0E-DEE4FDA2A136}"/>
              </a:ext>
            </a:extLst>
          </p:cNvPr>
          <p:cNvSpPr/>
          <p:nvPr/>
        </p:nvSpPr>
        <p:spPr>
          <a:xfrm>
            <a:off x="14200657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Shunt Resistors &amp; Gain Stage</a:t>
            </a:r>
          </a:p>
          <a:p>
            <a:pPr algn="ctr"/>
            <a:r>
              <a:rPr lang="en-US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(Current Sense Amplifier)</a:t>
            </a: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8B778CBF-449D-A1BF-6985-3155A040EABE}"/>
              </a:ext>
            </a:extLst>
          </p:cNvPr>
          <p:cNvCxnSpPr>
            <a:cxnSpLocks/>
            <a:stCxn id="52" idx="2"/>
            <a:endCxn id="119" idx="0"/>
          </p:cNvCxnSpPr>
          <p:nvPr/>
        </p:nvCxnSpPr>
        <p:spPr>
          <a:xfrm>
            <a:off x="14558461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00894811-FDAB-DEFE-FAAD-CFB47F04A8CF}"/>
              </a:ext>
            </a:extLst>
          </p:cNvPr>
          <p:cNvCxnSpPr>
            <a:cxnSpLocks/>
          </p:cNvCxnSpPr>
          <p:nvPr/>
        </p:nvCxnSpPr>
        <p:spPr>
          <a:xfrm>
            <a:off x="14345126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EE9D65E2-0215-D929-38E8-87676E880F9E}"/>
              </a:ext>
            </a:extLst>
          </p:cNvPr>
          <p:cNvCxnSpPr>
            <a:cxnSpLocks/>
          </p:cNvCxnSpPr>
          <p:nvPr/>
        </p:nvCxnSpPr>
        <p:spPr>
          <a:xfrm>
            <a:off x="14777335" y="3628863"/>
            <a:ext cx="0" cy="15427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/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B8BA0527-89F1-F54F-E384-DED6E70E3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16124" y="2787306"/>
                <a:ext cx="304800" cy="200055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/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183448E2-2BD4-2408-065C-797FAA4FB8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42055" y="4403944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/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40D9F3A1-B3C0-4780-53EE-BF3A497154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6774" y="4403944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5" name="Picture 134">
            <a:extLst>
              <a:ext uri="{FF2B5EF4-FFF2-40B4-BE49-F238E27FC236}">
                <a16:creationId xmlns:a16="http://schemas.microsoft.com/office/drawing/2014/main" id="{CC9643D7-6E71-8AE2-56B8-63E30FF45C0D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9"/>
              </a:ext>
            </a:extLst>
          </a:blip>
          <a:stretch>
            <a:fillRect/>
          </a:stretch>
        </p:blipFill>
        <p:spPr>
          <a:xfrm>
            <a:off x="11089744" y="3577207"/>
            <a:ext cx="44883" cy="9974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E753FB3D-F792-BC07-25AD-5A4BF2388368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14429449" y="5532417"/>
            <a:ext cx="258024" cy="258024"/>
          </a:xfrm>
          <a:prstGeom prst="rect">
            <a:avLst/>
          </a:prstGeom>
        </p:spPr>
      </p:pic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2DA1112-B45B-2630-EB4D-47A5302AF268}"/>
              </a:ext>
            </a:extLst>
          </p:cNvPr>
          <p:cNvSpPr/>
          <p:nvPr/>
        </p:nvSpPr>
        <p:spPr>
          <a:xfrm>
            <a:off x="13088418" y="5171648"/>
            <a:ext cx="715613" cy="573751"/>
          </a:xfrm>
          <a:prstGeom prst="roundRect">
            <a:avLst>
              <a:gd name="adj" fmla="val 6196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Anti Aliasing Filter</a:t>
            </a:r>
          </a:p>
          <a:p>
            <a:pPr algn="ctr"/>
            <a:r>
              <a:rPr lang="en-CA" sz="467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(Low Pass Filter)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F4F8E3C5-8C78-E998-817C-74402495316E}"/>
              </a:ext>
            </a:extLst>
          </p:cNvPr>
          <p:cNvCxnSpPr>
            <a:stCxn id="119" idx="1"/>
            <a:endCxn id="142" idx="3"/>
          </p:cNvCxnSpPr>
          <p:nvPr/>
        </p:nvCxnSpPr>
        <p:spPr>
          <a:xfrm flipH="1">
            <a:off x="13804032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47536FD7-C956-CEF8-D2B3-2256EB1F5185}"/>
              </a:ext>
            </a:extLst>
          </p:cNvPr>
          <p:cNvCxnSpPr>
            <a:cxnSpLocks/>
          </p:cNvCxnSpPr>
          <p:nvPr/>
        </p:nvCxnSpPr>
        <p:spPr>
          <a:xfrm flipH="1">
            <a:off x="13804032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C41905F-E132-A0DD-A12B-5AF7B6123B24}"/>
              </a:ext>
            </a:extLst>
          </p:cNvPr>
          <p:cNvCxnSpPr>
            <a:cxnSpLocks/>
          </p:cNvCxnSpPr>
          <p:nvPr/>
        </p:nvCxnSpPr>
        <p:spPr>
          <a:xfrm flipH="1">
            <a:off x="13804032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/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A91C365-E272-A7A8-72F8-0C6EAA657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/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541F7C72-DA74-88C7-E851-CA76BF702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/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D51DF3CF-A247-D9DE-D13D-8511D88FC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49941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/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ADC</a:t>
                </a:r>
              </a:p>
              <a:p>
                <a:pPr algn="ctr"/>
                <a:r>
                  <a:rPr lang="en-CA" sz="467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(Sampled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CA" sz="467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sub>
                    </m:sSub>
                    <m:r>
                      <a:rPr lang="en-CA" sz="467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71" name="Rectangle: Rounded Corners 170">
                <a:extLst>
                  <a:ext uri="{FF2B5EF4-FFF2-40B4-BE49-F238E27FC236}">
                    <a16:creationId xmlns:a16="http://schemas.microsoft.com/office/drawing/2014/main" id="{86900D28-1155-6956-45F5-C1E9A1E20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6180" y="5188394"/>
                <a:ext cx="715613" cy="573751"/>
              </a:xfrm>
              <a:prstGeom prst="roundRect">
                <a:avLst>
                  <a:gd name="adj" fmla="val 6196"/>
                </a:avLst>
              </a:prstGeom>
              <a:blipFill>
                <a:blip r:embed="rId43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8413258-3379-6A4F-0BCC-E63B3DFDC8B0}"/>
              </a:ext>
            </a:extLst>
          </p:cNvPr>
          <p:cNvCxnSpPr>
            <a:cxnSpLocks/>
          </p:cNvCxnSpPr>
          <p:nvPr/>
        </p:nvCxnSpPr>
        <p:spPr>
          <a:xfrm flipH="1">
            <a:off x="12687720" y="5458520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C2165152-0E2D-B22F-4C03-9DE3E3443224}"/>
              </a:ext>
            </a:extLst>
          </p:cNvPr>
          <p:cNvCxnSpPr>
            <a:cxnSpLocks/>
          </p:cNvCxnSpPr>
          <p:nvPr/>
        </p:nvCxnSpPr>
        <p:spPr>
          <a:xfrm flipH="1">
            <a:off x="12687720" y="530213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E4D019FF-A7CC-6497-1EFF-09C5F33487F4}"/>
              </a:ext>
            </a:extLst>
          </p:cNvPr>
          <p:cNvCxnSpPr>
            <a:cxnSpLocks/>
          </p:cNvCxnSpPr>
          <p:nvPr/>
        </p:nvCxnSpPr>
        <p:spPr>
          <a:xfrm flipH="1">
            <a:off x="12687720" y="563207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/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4FEC0430-BCB2-ED36-4F61-E48D7CC40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113228"/>
                <a:ext cx="304800" cy="200055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/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0BA7A267-02AE-ED5A-4357-FA9586BAD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269796"/>
                <a:ext cx="304800" cy="200055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/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831252E2-6EC7-3469-378C-4D412F621E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3629" y="5441241"/>
                <a:ext cx="304800" cy="20005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/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467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467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6" name="Rectangle: Rounded Corners 185">
                <a:extLst>
                  <a:ext uri="{FF2B5EF4-FFF2-40B4-BE49-F238E27FC236}">
                    <a16:creationId xmlns:a16="http://schemas.microsoft.com/office/drawing/2014/main" id="{8B68CF85-260C-9B6E-2E90-E8A13F9AB6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63943" y="5043345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4"/>
                <a:stretch>
                  <a:fillRect r="-14050" b="-8276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/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</a:p>
              <a:p>
                <a:pPr algn="ctr"/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467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467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467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467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467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87" name="Rectangle: Rounded Corners 186">
                <a:extLst>
                  <a:ext uri="{FF2B5EF4-FFF2-40B4-BE49-F238E27FC236}">
                    <a16:creationId xmlns:a16="http://schemas.microsoft.com/office/drawing/2014/main" id="{18A493E0-B3E1-17A3-BF71-6D93A93F61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4462" y="5041229"/>
                <a:ext cx="715613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45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96ADB212-4DBD-F789-BB92-55DF24858B69}"/>
              </a:ext>
            </a:extLst>
          </p:cNvPr>
          <p:cNvCxnSpPr>
            <a:cxnSpLocks/>
          </p:cNvCxnSpPr>
          <p:nvPr/>
        </p:nvCxnSpPr>
        <p:spPr>
          <a:xfrm flipH="1">
            <a:off x="11579556" y="5476041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1A6846CF-E1CA-F55F-FEA5-02BBD1332614}"/>
              </a:ext>
            </a:extLst>
          </p:cNvPr>
          <p:cNvCxnSpPr>
            <a:cxnSpLocks/>
          </p:cNvCxnSpPr>
          <p:nvPr/>
        </p:nvCxnSpPr>
        <p:spPr>
          <a:xfrm flipH="1">
            <a:off x="11579556" y="5319655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92B2366B-889B-4DDA-42D6-F341349E227E}"/>
              </a:ext>
            </a:extLst>
          </p:cNvPr>
          <p:cNvCxnSpPr>
            <a:cxnSpLocks/>
          </p:cNvCxnSpPr>
          <p:nvPr/>
        </p:nvCxnSpPr>
        <p:spPr>
          <a:xfrm flipH="1">
            <a:off x="11579556" y="5649593"/>
            <a:ext cx="396625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/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61CF715-E018-A8D6-DC80-2AC5A853F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146625"/>
                <a:ext cx="304800" cy="200055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/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14CEDF8D-2161-912C-A781-D9C037891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303193"/>
                <a:ext cx="304800" cy="200055"/>
              </a:xfrm>
              <a:prstGeom prst="rect">
                <a:avLst/>
              </a:prstGeom>
              <a:blipFill>
                <a:blip r:embed="rId4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/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EE9BB093-D518-4098-0E55-D962D8FA46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25467" y="5474638"/>
                <a:ext cx="304800" cy="200055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45D18CE3-30F8-96A9-9823-F722A8331EBB}"/>
              </a:ext>
            </a:extLst>
          </p:cNvPr>
          <p:cNvCxnSpPr>
            <a:cxnSpLocks/>
          </p:cNvCxnSpPr>
          <p:nvPr/>
        </p:nvCxnSpPr>
        <p:spPr>
          <a:xfrm flipH="1">
            <a:off x="10454695" y="5233668"/>
            <a:ext cx="40867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Arrow Connector 212">
            <a:extLst>
              <a:ext uri="{FF2B5EF4-FFF2-40B4-BE49-F238E27FC236}">
                <a16:creationId xmlns:a16="http://schemas.microsoft.com/office/drawing/2014/main" id="{B73392BC-4F21-A3A3-140D-3DCC75E1181B}"/>
              </a:ext>
            </a:extLst>
          </p:cNvPr>
          <p:cNvCxnSpPr>
            <a:cxnSpLocks/>
          </p:cNvCxnSpPr>
          <p:nvPr/>
        </p:nvCxnSpPr>
        <p:spPr>
          <a:xfrm flipH="1">
            <a:off x="10466740" y="5744187"/>
            <a:ext cx="397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/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70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BB2E6544-E730-3343-3B74-A0224ECD92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108" y="5032201"/>
                <a:ext cx="304800" cy="200055"/>
              </a:xfrm>
              <a:prstGeom prst="rect">
                <a:avLst/>
              </a:prstGeom>
              <a:blipFill>
                <a:blip r:embed="rId4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/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0206A952-A0B7-9CE1-534A-DCF70B45E6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7866" y="5535499"/>
                <a:ext cx="304800" cy="209673"/>
              </a:xfrm>
              <a:prstGeom prst="rect">
                <a:avLst/>
              </a:prstGeom>
              <a:blipFill>
                <a:blip r:embed="rId4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/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217" name="Rectangle: Rounded Corners 216">
                <a:extLst>
                  <a:ext uri="{FF2B5EF4-FFF2-40B4-BE49-F238E27FC236}">
                    <a16:creationId xmlns:a16="http://schemas.microsoft.com/office/drawing/2014/main" id="{3A200990-88BB-BA79-D574-636C1AED22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8697" y="6220714"/>
                <a:ext cx="488779" cy="239970"/>
              </a:xfrm>
              <a:prstGeom prst="roundRect">
                <a:avLst/>
              </a:prstGeom>
              <a:blipFill>
                <a:blip r:embed="rId4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1690630B-256C-21D2-6095-8C0C1DDB49F6}"/>
              </a:ext>
            </a:extLst>
          </p:cNvPr>
          <p:cNvCxnSpPr>
            <a:stCxn id="217" idx="0"/>
            <a:endCxn id="187" idx="2"/>
          </p:cNvCxnSpPr>
          <p:nvPr/>
        </p:nvCxnSpPr>
        <p:spPr>
          <a:xfrm flipH="1" flipV="1">
            <a:off x="10102267" y="5905452"/>
            <a:ext cx="818" cy="315265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Connector: Elbow 226">
            <a:extLst>
              <a:ext uri="{FF2B5EF4-FFF2-40B4-BE49-F238E27FC236}">
                <a16:creationId xmlns:a16="http://schemas.microsoft.com/office/drawing/2014/main" id="{52C8A790-13BB-477A-6FC2-6C922EA1C74F}"/>
              </a:ext>
            </a:extLst>
          </p:cNvPr>
          <p:cNvCxnSpPr>
            <a:cxnSpLocks/>
            <a:endCxn id="7" idx="4"/>
          </p:cNvCxnSpPr>
          <p:nvPr/>
        </p:nvCxnSpPr>
        <p:spPr>
          <a:xfrm rot="10800000">
            <a:off x="6348961" y="3490511"/>
            <a:ext cx="3384759" cy="225345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6B6820A2-519B-DAB1-C11A-5686E259BFCE}"/>
              </a:ext>
            </a:extLst>
          </p:cNvPr>
          <p:cNvCxnSpPr>
            <a:cxnSpLocks/>
            <a:endCxn id="5" idx="4"/>
          </p:cNvCxnSpPr>
          <p:nvPr/>
        </p:nvCxnSpPr>
        <p:spPr>
          <a:xfrm rot="10800000">
            <a:off x="6861931" y="2995564"/>
            <a:ext cx="2874922" cy="2229393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/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CA" sz="70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4599AF82-6AFC-BA5B-9099-72F93A2D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323" y="5016824"/>
                <a:ext cx="304800" cy="207686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/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7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7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9796933C-EB48-8BDA-1F51-F533CF634B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081" y="5538872"/>
                <a:ext cx="304800" cy="209609"/>
              </a:xfrm>
              <a:prstGeom prst="rect">
                <a:avLst/>
              </a:prstGeom>
              <a:blipFill>
                <a:blip r:embed="rId5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2" name="TextBox 241">
            <a:extLst>
              <a:ext uri="{FF2B5EF4-FFF2-40B4-BE49-F238E27FC236}">
                <a16:creationId xmlns:a16="http://schemas.microsoft.com/office/drawing/2014/main" id="{C1C72D86-28AC-0AE7-7175-728507128CBE}"/>
              </a:ext>
            </a:extLst>
          </p:cNvPr>
          <p:cNvSpPr txBox="1"/>
          <p:nvPr/>
        </p:nvSpPr>
        <p:spPr>
          <a:xfrm>
            <a:off x="6334102" y="3427231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BCEDB6FD-6EFC-C660-5B37-D17C0D38F7A3}"/>
              </a:ext>
            </a:extLst>
          </p:cNvPr>
          <p:cNvSpPr txBox="1"/>
          <p:nvPr/>
        </p:nvSpPr>
        <p:spPr>
          <a:xfrm>
            <a:off x="6833812" y="2902745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/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4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5" name="Rectangle: Rounded Corners 244">
                <a:extLst>
                  <a:ext uri="{FF2B5EF4-FFF2-40B4-BE49-F238E27FC236}">
                    <a16:creationId xmlns:a16="http://schemas.microsoft.com/office/drawing/2014/main" id="{8B88385B-B086-D36C-BCCE-900CB85A62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81899" y="4290290"/>
                <a:ext cx="488779" cy="350412"/>
              </a:xfrm>
              <a:prstGeom prst="roundRect">
                <a:avLst/>
              </a:prstGeom>
              <a:blipFill>
                <a:blip r:embed="rId5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3" name="Connector: Elbow 252">
            <a:extLst>
              <a:ext uri="{FF2B5EF4-FFF2-40B4-BE49-F238E27FC236}">
                <a16:creationId xmlns:a16="http://schemas.microsoft.com/office/drawing/2014/main" id="{50AB69BF-57D7-DB66-D356-8203269FF02B}"/>
              </a:ext>
            </a:extLst>
          </p:cNvPr>
          <p:cNvCxnSpPr>
            <a:stCxn id="86" idx="1"/>
            <a:endCxn id="95" idx="0"/>
          </p:cNvCxnSpPr>
          <p:nvPr/>
        </p:nvCxnSpPr>
        <p:spPr>
          <a:xfrm rot="10800000" flipV="1">
            <a:off x="15517856" y="4024003"/>
            <a:ext cx="158536" cy="26770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Connector: Elbow 254">
            <a:extLst>
              <a:ext uri="{FF2B5EF4-FFF2-40B4-BE49-F238E27FC236}">
                <a16:creationId xmlns:a16="http://schemas.microsoft.com/office/drawing/2014/main" id="{3B45CF46-EC46-2A13-A13C-A8B4A537D302}"/>
              </a:ext>
            </a:extLst>
          </p:cNvPr>
          <p:cNvCxnSpPr>
            <a:cxnSpLocks/>
            <a:stCxn id="86" idx="3"/>
          </p:cNvCxnSpPr>
          <p:nvPr/>
        </p:nvCxnSpPr>
        <p:spPr>
          <a:xfrm>
            <a:off x="16165170" y="4024001"/>
            <a:ext cx="158536" cy="26770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/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467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467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(Discrete)</a:t>
                </a: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5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5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5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467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467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CF54F100-5F9C-26BE-496D-7CC603DCF5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3760" y="2772088"/>
                <a:ext cx="785805" cy="864223"/>
              </a:xfrm>
              <a:prstGeom prst="roundRect">
                <a:avLst>
                  <a:gd name="adj" fmla="val 6196"/>
                </a:avLst>
              </a:prstGeom>
              <a:blipFill>
                <a:blip r:embed="rId53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/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>
          <p:sp>
            <p:nvSpPr>
              <p:cNvPr id="257" name="Rectangle: Rounded Corners 256">
                <a:extLst>
                  <a:ext uri="{FF2B5EF4-FFF2-40B4-BE49-F238E27FC236}">
                    <a16:creationId xmlns:a16="http://schemas.microsoft.com/office/drawing/2014/main" id="{96506A20-102A-9596-59B8-C69F38BE9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82" y="3904015"/>
                <a:ext cx="488779" cy="239970"/>
              </a:xfrm>
              <a:prstGeom prst="roundRect">
                <a:avLst/>
              </a:prstGeom>
              <a:blipFill>
                <a:blip r:embed="rId54"/>
                <a:stretch>
                  <a:fillRect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E5227DA0-B0B7-D39B-5C17-4A2E94E07CBF}"/>
              </a:ext>
            </a:extLst>
          </p:cNvPr>
          <p:cNvSpPr/>
          <p:nvPr/>
        </p:nvSpPr>
        <p:spPr>
          <a:xfrm>
            <a:off x="4404682" y="3155794"/>
            <a:ext cx="95250" cy="9525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70D67868-CD95-726A-B878-BD8A2E325BEA}"/>
              </a:ext>
            </a:extLst>
          </p:cNvPr>
          <p:cNvSpPr txBox="1"/>
          <p:nvPr/>
        </p:nvSpPr>
        <p:spPr>
          <a:xfrm>
            <a:off x="4288018" y="3034504"/>
            <a:ext cx="21191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D797FBD-0F76-355A-4CB0-B7640A343944}"/>
              </a:ext>
            </a:extLst>
          </p:cNvPr>
          <p:cNvSpPr txBox="1"/>
          <p:nvPr/>
        </p:nvSpPr>
        <p:spPr>
          <a:xfrm>
            <a:off x="4454327" y="318707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-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35FA104B-DDA1-50B9-C38F-4147C82B36E7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4499932" y="3203419"/>
            <a:ext cx="553826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9130DEAE-22C5-97BC-982F-EF06722313F2}"/>
              </a:ext>
            </a:extLst>
          </p:cNvPr>
          <p:cNvCxnSpPr>
            <a:stCxn id="257" idx="0"/>
            <a:endCxn id="260" idx="4"/>
          </p:cNvCxnSpPr>
          <p:nvPr/>
        </p:nvCxnSpPr>
        <p:spPr>
          <a:xfrm flipH="1" flipV="1">
            <a:off x="4452307" y="3251047"/>
            <a:ext cx="62" cy="65297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/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7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EB7D84-ADC9-64F8-1E64-F17685165F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849" y="3085660"/>
                <a:ext cx="304800" cy="200055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DC172521-E9C9-84CF-65E7-14D91590E044}"/>
              </a:ext>
            </a:extLst>
          </p:cNvPr>
          <p:cNvCxnSpPr>
            <a:cxnSpLocks/>
          </p:cNvCxnSpPr>
          <p:nvPr/>
        </p:nvCxnSpPr>
        <p:spPr>
          <a:xfrm flipH="1">
            <a:off x="3953320" y="3203937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/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7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7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E8C5729-64C5-C219-0671-C26A27F96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29" y="3013883"/>
                <a:ext cx="304800" cy="200055"/>
              </a:xfrm>
              <a:prstGeom prst="rect">
                <a:avLst/>
              </a:prstGeom>
              <a:blipFill>
                <a:blip r:embed="rId5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46513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5C76B-9A99-A061-BC13-EBED182C3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B5D4E07F-5611-D10F-CED3-11AA445EE829}"/>
              </a:ext>
            </a:extLst>
          </p:cNvPr>
          <p:cNvCxnSpPr>
            <a:cxnSpLocks/>
          </p:cNvCxnSpPr>
          <p:nvPr/>
        </p:nvCxnSpPr>
        <p:spPr>
          <a:xfrm flipH="1">
            <a:off x="4626500" y="2068451"/>
            <a:ext cx="983589" cy="0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/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B80290C-C725-B724-A6EF-3D6839CEE6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83696" y="1859890"/>
                <a:ext cx="304800" cy="2308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/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C25A4875-337C-9D55-E1E8-D8CA226D85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8681" y="2600588"/>
                <a:ext cx="304800" cy="2431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4E391D04-4DEC-6D07-FBA3-B0107B65FF84}"/>
              </a:ext>
            </a:extLst>
          </p:cNvPr>
          <p:cNvCxnSpPr>
            <a:cxnSpLocks/>
            <a:stCxn id="102" idx="2"/>
          </p:cNvCxnSpPr>
          <p:nvPr/>
        </p:nvCxnSpPr>
        <p:spPr>
          <a:xfrm flipH="1" flipV="1">
            <a:off x="4634509" y="2821026"/>
            <a:ext cx="450707" cy="218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/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𝝎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𝒎</m:t>
                        </m:r>
                      </m:sub>
                    </m:sSub>
                  </m:oMath>
                </a14:m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PI Controller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CA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CA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</m:t>
                      </m:r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467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467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56" name="Rectangle: Rounded Corners 255">
                <a:extLst>
                  <a:ext uri="{FF2B5EF4-FFF2-40B4-BE49-F238E27FC236}">
                    <a16:creationId xmlns:a16="http://schemas.microsoft.com/office/drawing/2014/main" id="{0B6E3657-C2A5-8D41-F53A-8C8DE72CA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8138" y="1918913"/>
                <a:ext cx="1276533" cy="1058553"/>
              </a:xfrm>
              <a:prstGeom prst="roundRect">
                <a:avLst>
                  <a:gd name="adj" fmla="val 6196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0" name="Oval 259">
            <a:extLst>
              <a:ext uri="{FF2B5EF4-FFF2-40B4-BE49-F238E27FC236}">
                <a16:creationId xmlns:a16="http://schemas.microsoft.com/office/drawing/2014/main" id="{7D78E38A-9579-A5EF-0306-9FD2ABEBBABA}"/>
              </a:ext>
            </a:extLst>
          </p:cNvPr>
          <p:cNvSpPr/>
          <p:nvPr/>
        </p:nvSpPr>
        <p:spPr>
          <a:xfrm>
            <a:off x="2654041" y="2361943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911D1DF1-80D4-3C5D-E378-7B247D59ACC9}"/>
              </a:ext>
            </a:extLst>
          </p:cNvPr>
          <p:cNvSpPr txBox="1"/>
          <p:nvPr/>
        </p:nvSpPr>
        <p:spPr>
          <a:xfrm>
            <a:off x="2507534" y="2242707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2B351C97-E750-776D-40C3-1A2D03A8B71B}"/>
              </a:ext>
            </a:extLst>
          </p:cNvPr>
          <p:cNvSpPr txBox="1"/>
          <p:nvPr/>
        </p:nvSpPr>
        <p:spPr>
          <a:xfrm>
            <a:off x="2752700" y="2404212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cxnSp>
        <p:nvCxnSpPr>
          <p:cNvPr id="264" name="Straight Arrow Connector 263">
            <a:extLst>
              <a:ext uri="{FF2B5EF4-FFF2-40B4-BE49-F238E27FC236}">
                <a16:creationId xmlns:a16="http://schemas.microsoft.com/office/drawing/2014/main" id="{82323032-CC55-7B1F-EC84-1052A85723BC}"/>
              </a:ext>
            </a:extLst>
          </p:cNvPr>
          <p:cNvCxnSpPr>
            <a:cxnSpLocks/>
            <a:stCxn id="260" idx="6"/>
            <a:endCxn id="256" idx="1"/>
          </p:cNvCxnSpPr>
          <p:nvPr/>
        </p:nvCxnSpPr>
        <p:spPr>
          <a:xfrm>
            <a:off x="2826843" y="2448189"/>
            <a:ext cx="521295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Arrow Connector 266">
            <a:extLst>
              <a:ext uri="{FF2B5EF4-FFF2-40B4-BE49-F238E27FC236}">
                <a16:creationId xmlns:a16="http://schemas.microsoft.com/office/drawing/2014/main" id="{700AB4B6-2E91-3501-15BA-EA507AA580A4}"/>
              </a:ext>
            </a:extLst>
          </p:cNvPr>
          <p:cNvCxnSpPr>
            <a:cxnSpLocks/>
          </p:cNvCxnSpPr>
          <p:nvPr/>
        </p:nvCxnSpPr>
        <p:spPr>
          <a:xfrm flipV="1">
            <a:off x="2739680" y="2534342"/>
            <a:ext cx="700" cy="59458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/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CA" sz="9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0B1F3BCA-3FE1-BAD2-DE12-5E199D345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2796" y="2243841"/>
                <a:ext cx="304800" cy="2308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9" name="Straight Arrow Connector 268">
            <a:extLst>
              <a:ext uri="{FF2B5EF4-FFF2-40B4-BE49-F238E27FC236}">
                <a16:creationId xmlns:a16="http://schemas.microsoft.com/office/drawing/2014/main" id="{17B2510F-03ED-B4BA-1F74-AB23808C61A3}"/>
              </a:ext>
            </a:extLst>
          </p:cNvPr>
          <p:cNvCxnSpPr>
            <a:cxnSpLocks/>
          </p:cNvCxnSpPr>
          <p:nvPr/>
        </p:nvCxnSpPr>
        <p:spPr>
          <a:xfrm flipH="1">
            <a:off x="2197380" y="2446821"/>
            <a:ext cx="449166" cy="914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lg"/>
            <a:tailEnd type="non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/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CA" sz="900" i="1">
                              <a:latin typeface="Cambria Math" panose="02040503050406030204" pitchFamily="18" charset="0"/>
                            </a:rPr>
                            <m:t>𝜔</m:t>
                          </m:r>
                        </m:sub>
                      </m:sSub>
                    </m:oMath>
                  </m:oMathPara>
                </a14:m>
                <a:endParaRPr lang="en-CA" sz="9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620CC4E5-7903-4851-402D-C5DDDE967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4679" y="2219139"/>
                <a:ext cx="304800" cy="2308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/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𝒅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4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9" name="Rectangle: Rounded Corners 38">
                <a:extLst>
                  <a:ext uri="{FF2B5EF4-FFF2-40B4-BE49-F238E27FC236}">
                    <a16:creationId xmlns:a16="http://schemas.microsoft.com/office/drawing/2014/main" id="{9B1BDC6B-A282-D72D-C10C-49DA039DD6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1751025"/>
                <a:ext cx="1234755" cy="653187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FCFE076-644C-3CE0-298B-DB4CB36300A0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5782889" y="2076189"/>
            <a:ext cx="754209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428B943-8296-7A3A-247B-C36E35D8CAF7}"/>
              </a:ext>
            </a:extLst>
          </p:cNvPr>
          <p:cNvCxnSpPr>
            <a:cxnSpLocks/>
          </p:cNvCxnSpPr>
          <p:nvPr/>
        </p:nvCxnSpPr>
        <p:spPr>
          <a:xfrm>
            <a:off x="5260053" y="2818617"/>
            <a:ext cx="1273742" cy="143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/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AF86192-1376-3122-D320-15E60E4ECE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1875078"/>
                <a:ext cx="304800" cy="2308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/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54A58B-0963-FEBB-9B6E-1B0FE40E3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3638" y="2566137"/>
                <a:ext cx="304800" cy="2431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Oval 89">
            <a:extLst>
              <a:ext uri="{FF2B5EF4-FFF2-40B4-BE49-F238E27FC236}">
                <a16:creationId xmlns:a16="http://schemas.microsoft.com/office/drawing/2014/main" id="{7331FA3D-A351-8DBA-A41F-B7F5B1AD4C7E}"/>
              </a:ext>
            </a:extLst>
          </p:cNvPr>
          <p:cNvSpPr/>
          <p:nvPr/>
        </p:nvSpPr>
        <p:spPr>
          <a:xfrm>
            <a:off x="5614849" y="1986971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C795FC97-7909-93E9-EBB6-94B352AEAFBF}"/>
              </a:ext>
            </a:extLst>
          </p:cNvPr>
          <p:cNvSpPr/>
          <p:nvPr/>
        </p:nvSpPr>
        <p:spPr>
          <a:xfrm>
            <a:off x="5085214" y="2736966"/>
            <a:ext cx="172800" cy="172491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1427CF0-0AB7-D35B-9C07-5EAB6C0B1C3A}"/>
              </a:ext>
            </a:extLst>
          </p:cNvPr>
          <p:cNvSpPr txBox="1"/>
          <p:nvPr/>
        </p:nvSpPr>
        <p:spPr>
          <a:xfrm>
            <a:off x="5505165" y="1843482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5A527540-9EAF-6070-14C8-FECD66D1D5C6}"/>
              </a:ext>
            </a:extLst>
          </p:cNvPr>
          <p:cNvSpPr txBox="1"/>
          <p:nvPr/>
        </p:nvSpPr>
        <p:spPr>
          <a:xfrm>
            <a:off x="5712445" y="2023984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34B9C2C-8D34-90E9-AA07-799A69B3A599}"/>
              </a:ext>
            </a:extLst>
          </p:cNvPr>
          <p:cNvSpPr txBox="1"/>
          <p:nvPr/>
        </p:nvSpPr>
        <p:spPr>
          <a:xfrm>
            <a:off x="5001725" y="2578519"/>
            <a:ext cx="1770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+</a:t>
            </a:r>
            <a:endParaRPr lang="en-CA" sz="1200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92B84DD4-A345-CA00-F3C3-203BC843F5CF}"/>
              </a:ext>
            </a:extLst>
          </p:cNvPr>
          <p:cNvSpPr txBox="1"/>
          <p:nvPr/>
        </p:nvSpPr>
        <p:spPr>
          <a:xfrm>
            <a:off x="5189953" y="2768548"/>
            <a:ext cx="2022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_</a:t>
            </a:r>
            <a:endParaRPr lang="en-CA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/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𝒊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 sz="105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q</m:t>
                        </m:r>
                      </m:sub>
                    </m:sSub>
                    <m:r>
                      <a:rPr lang="en-CA" sz="1050" b="1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CA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 Controller 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(Discrete)</a:t>
                </a:r>
              </a:p>
              <a:p>
                <a:pPr algn="ctr"/>
                <a:endParaRPr lang="en-CA" sz="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en-US" sz="7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7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  <m:r>
                            <a:rPr lang="en-US" sz="7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</m:oMath>
                  </m:oMathPara>
                </a14:m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43" name="Rectangle: Rounded Corners 142">
                <a:extLst>
                  <a:ext uri="{FF2B5EF4-FFF2-40B4-BE49-F238E27FC236}">
                    <a16:creationId xmlns:a16="http://schemas.microsoft.com/office/drawing/2014/main" id="{29696E3D-A16D-F582-FE71-7FFC35ABCFE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7098" y="2498085"/>
                <a:ext cx="1234755" cy="653187"/>
              </a:xfrm>
              <a:prstGeom prst="roundRect">
                <a:avLst/>
              </a:prstGeom>
              <a:blipFill>
                <a:blip r:embed="rId11"/>
                <a:stretch>
                  <a:fillRect/>
                </a:stretch>
              </a:blipFill>
              <a:ln w="19050"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/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Park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→ 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10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10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10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1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44" name="Rectangle: Rounded Corners 143">
                <a:extLst>
                  <a:ext uri="{FF2B5EF4-FFF2-40B4-BE49-F238E27FC236}">
                    <a16:creationId xmlns:a16="http://schemas.microsoft.com/office/drawing/2014/main" id="{DD4C4DFD-A4A5-ACF7-C02A-C0E7999CF2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207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12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/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7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25FBFBC4-9616-5105-2980-E255FCE7E2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1549" y="3424138"/>
                <a:ext cx="1060969" cy="354440"/>
              </a:xfrm>
              <a:prstGeom prst="roundRect">
                <a:avLst/>
              </a:prstGeom>
              <a:blipFill>
                <a:blip r:embed="rId13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474D9FFA-C55A-6405-0287-B95D5326256C}"/>
              </a:ext>
            </a:extLst>
          </p:cNvPr>
          <p:cNvCxnSpPr>
            <a:cxnSpLocks/>
            <a:stCxn id="145" idx="0"/>
            <a:endCxn id="144" idx="2"/>
          </p:cNvCxnSpPr>
          <p:nvPr/>
        </p:nvCxnSpPr>
        <p:spPr>
          <a:xfrm flipV="1">
            <a:off x="9122034" y="3090386"/>
            <a:ext cx="1" cy="33375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/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30C28C3-C19F-D3AD-2A69-05F854C2A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2111" y="1862553"/>
                <a:ext cx="304800" cy="2308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/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/>
              </a:p>
            </p:txBody>
          </p:sp>
        </mc:Choice>
        <mc:Fallback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0568A850-6A05-E206-3D62-A92F74A2A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7873" y="2596384"/>
                <a:ext cx="304800" cy="241476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/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90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F9E6D1C1-C4FA-05B6-5D44-D571395E52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1859890"/>
                <a:ext cx="304800" cy="2308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/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BEB12-B18F-6E85-BEF7-CA8860D2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82" y="2589427"/>
                <a:ext cx="304800" cy="24878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F236ED9-5A0C-93FE-BA94-133BB997A63A}"/>
              </a:ext>
            </a:extLst>
          </p:cNvPr>
          <p:cNvSpPr/>
          <p:nvPr/>
        </p:nvSpPr>
        <p:spPr>
          <a:xfrm>
            <a:off x="12532651" y="1814171"/>
            <a:ext cx="1234755" cy="1278000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  <a:p>
            <a:pPr algn="ctr"/>
            <a:endParaRPr 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9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(Space Vector Modulation)</a:t>
            </a: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CA" sz="467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/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05283833-3C56-1A32-246D-8FA4ECE825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610392"/>
                <a:ext cx="304800" cy="2308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/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9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11F31673-E70A-63CE-EDAA-4278710AA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2239011"/>
                <a:ext cx="304800" cy="23173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/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Inverse 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 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2" name="Rectangle: Rounded Corners 201">
                <a:extLst>
                  <a:ext uri="{FF2B5EF4-FFF2-40B4-BE49-F238E27FC236}">
                    <a16:creationId xmlns:a16="http://schemas.microsoft.com/office/drawing/2014/main" id="{939C8878-1768-A911-6BB9-E55B802A6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4035" y="1813915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20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/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8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</p:txBody>
          </p:sp>
        </mc:Choice>
        <mc:Fallback>
          <p:sp>
            <p:nvSpPr>
              <p:cNvPr id="204" name="Rectangle: Rounded Corners 203">
                <a:extLst>
                  <a:ext uri="{FF2B5EF4-FFF2-40B4-BE49-F238E27FC236}">
                    <a16:creationId xmlns:a16="http://schemas.microsoft.com/office/drawing/2014/main" id="{D3095F58-6864-3648-EB89-B33BF91E44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5372" y="3130598"/>
                <a:ext cx="1108616" cy="354440"/>
              </a:xfrm>
              <a:prstGeom prst="roundRect">
                <a:avLst/>
              </a:prstGeom>
              <a:blipFill>
                <a:blip r:embed="rId21"/>
                <a:stretch>
                  <a:fillRect b="-6557"/>
                </a:stretch>
              </a:blipFill>
              <a:ln w="19050">
                <a:solidFill>
                  <a:schemeClr val="accent3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B34567E2-18C6-A0CB-5281-26E5729AD55C}"/>
              </a:ext>
            </a:extLst>
          </p:cNvPr>
          <p:cNvCxnSpPr>
            <a:cxnSpLocks/>
          </p:cNvCxnSpPr>
          <p:nvPr/>
        </p:nvCxnSpPr>
        <p:spPr>
          <a:xfrm>
            <a:off x="1187732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Arrow Connector 207">
            <a:extLst>
              <a:ext uri="{FF2B5EF4-FFF2-40B4-BE49-F238E27FC236}">
                <a16:creationId xmlns:a16="http://schemas.microsoft.com/office/drawing/2014/main" id="{1358BCF0-4157-5FCB-586B-91A1E6D8A143}"/>
              </a:ext>
            </a:extLst>
          </p:cNvPr>
          <p:cNvCxnSpPr>
            <a:cxnSpLocks/>
          </p:cNvCxnSpPr>
          <p:nvPr/>
        </p:nvCxnSpPr>
        <p:spPr>
          <a:xfrm>
            <a:off x="1187732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9A3B2EDD-3BAF-7983-183D-94C199D10434}"/>
              </a:ext>
            </a:extLst>
          </p:cNvPr>
          <p:cNvCxnSpPr>
            <a:cxnSpLocks/>
          </p:cNvCxnSpPr>
          <p:nvPr/>
        </p:nvCxnSpPr>
        <p:spPr>
          <a:xfrm>
            <a:off x="1187732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1008AD42-712B-A45C-1958-857069239952}"/>
              </a:ext>
            </a:extLst>
          </p:cNvPr>
          <p:cNvCxnSpPr>
            <a:cxnSpLocks/>
          </p:cNvCxnSpPr>
          <p:nvPr/>
        </p:nvCxnSpPr>
        <p:spPr>
          <a:xfrm>
            <a:off x="9824226" y="2071114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Arrow Connector 217">
            <a:extLst>
              <a:ext uri="{FF2B5EF4-FFF2-40B4-BE49-F238E27FC236}">
                <a16:creationId xmlns:a16="http://schemas.microsoft.com/office/drawing/2014/main" id="{4631EA1A-EBAE-3AC7-2E69-369B196C846F}"/>
              </a:ext>
            </a:extLst>
          </p:cNvPr>
          <p:cNvCxnSpPr>
            <a:cxnSpLocks/>
          </p:cNvCxnSpPr>
          <p:nvPr/>
        </p:nvCxnSpPr>
        <p:spPr>
          <a:xfrm>
            <a:off x="9824226" y="2819111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AEE3E29-3CD9-2514-2E89-CF224AA64712}"/>
              </a:ext>
            </a:extLst>
          </p:cNvPr>
          <p:cNvCxnSpPr>
            <a:cxnSpLocks/>
          </p:cNvCxnSpPr>
          <p:nvPr/>
        </p:nvCxnSpPr>
        <p:spPr>
          <a:xfrm>
            <a:off x="7773155" y="207745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ED7E4950-7AD1-E6B9-3FD5-DEC78EFD33A4}"/>
              </a:ext>
            </a:extLst>
          </p:cNvPr>
          <p:cNvCxnSpPr>
            <a:cxnSpLocks/>
          </p:cNvCxnSpPr>
          <p:nvPr/>
        </p:nvCxnSpPr>
        <p:spPr>
          <a:xfrm>
            <a:off x="7773155" y="281910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/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9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5D1B770A-2B95-2AAB-E10A-32FBE8A97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72043" y="1866793"/>
                <a:ext cx="304800" cy="2308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/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D3291440-CCFB-13C0-B5C3-10E8B38CB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610392"/>
                <a:ext cx="304800" cy="2308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/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FF2E4387-C1CE-3901-A57A-A4B60E4DDA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2239010"/>
                <a:ext cx="304800" cy="2308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24A436F0-ED8F-7E4B-12DF-3767C5DCAC85}"/>
              </a:ext>
            </a:extLst>
          </p:cNvPr>
          <p:cNvCxnSpPr>
            <a:cxnSpLocks/>
          </p:cNvCxnSpPr>
          <p:nvPr/>
        </p:nvCxnSpPr>
        <p:spPr>
          <a:xfrm>
            <a:off x="13775975" y="2074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3AA5422E-B8F0-E458-A358-550775865BC5}"/>
              </a:ext>
            </a:extLst>
          </p:cNvPr>
          <p:cNvCxnSpPr>
            <a:cxnSpLocks/>
          </p:cNvCxnSpPr>
          <p:nvPr/>
        </p:nvCxnSpPr>
        <p:spPr>
          <a:xfrm>
            <a:off x="13775975" y="2822187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Straight Arrow Connector 243">
            <a:extLst>
              <a:ext uri="{FF2B5EF4-FFF2-40B4-BE49-F238E27FC236}">
                <a16:creationId xmlns:a16="http://schemas.microsoft.com/office/drawing/2014/main" id="{EF140DAF-309B-4188-38F6-AC4BF71E7100}"/>
              </a:ext>
            </a:extLst>
          </p:cNvPr>
          <p:cNvCxnSpPr>
            <a:cxnSpLocks/>
          </p:cNvCxnSpPr>
          <p:nvPr/>
        </p:nvCxnSpPr>
        <p:spPr>
          <a:xfrm>
            <a:off x="13775975" y="2448188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/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B8264198-91CC-0A42-4B73-BB12DA912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70693" y="1866793"/>
                <a:ext cx="304800" cy="230832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9" name="Group 248">
            <a:extLst>
              <a:ext uri="{FF2B5EF4-FFF2-40B4-BE49-F238E27FC236}">
                <a16:creationId xmlns:a16="http://schemas.microsoft.com/office/drawing/2014/main" id="{16F64BFA-9582-833F-6699-82A1AAC6C7A1}"/>
              </a:ext>
            </a:extLst>
          </p:cNvPr>
          <p:cNvGrpSpPr/>
          <p:nvPr/>
        </p:nvGrpSpPr>
        <p:grpSpPr>
          <a:xfrm>
            <a:off x="14425271" y="1812690"/>
            <a:ext cx="1288862" cy="12780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430E42AA-770D-BD15-90F8-9480DFBC636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05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 Bridge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251" name="Picture 250">
              <a:extLst>
                <a:ext uri="{FF2B5EF4-FFF2-40B4-BE49-F238E27FC236}">
                  <a16:creationId xmlns:a16="http://schemas.microsoft.com/office/drawing/2014/main" id="{8C9DDA59-20E3-EE05-8998-E67CE884E2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8" name="Oval 257">
            <a:extLst>
              <a:ext uri="{FF2B5EF4-FFF2-40B4-BE49-F238E27FC236}">
                <a16:creationId xmlns:a16="http://schemas.microsoft.com/office/drawing/2014/main" id="{20B38008-F9E9-2290-3B81-483C2545CC3E}"/>
              </a:ext>
            </a:extLst>
          </p:cNvPr>
          <p:cNvSpPr>
            <a:spLocks noChangeAspect="1"/>
          </p:cNvSpPr>
          <p:nvPr/>
        </p:nvSpPr>
        <p:spPr>
          <a:xfrm>
            <a:off x="17240678" y="1886171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1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63" name="Straight Arrow Connector 262">
            <a:extLst>
              <a:ext uri="{FF2B5EF4-FFF2-40B4-BE49-F238E27FC236}">
                <a16:creationId xmlns:a16="http://schemas.microsoft.com/office/drawing/2014/main" id="{F10029D0-86C5-F9E2-429D-82D502848F1F}"/>
              </a:ext>
            </a:extLst>
          </p:cNvPr>
          <p:cNvCxnSpPr>
            <a:stCxn id="250" idx="3"/>
            <a:endCxn id="258" idx="2"/>
          </p:cNvCxnSpPr>
          <p:nvPr/>
        </p:nvCxnSpPr>
        <p:spPr>
          <a:xfrm>
            <a:off x="15714133" y="2451690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DC3F66B7-D934-02CF-908A-0A5398A41A3D}"/>
              </a:ext>
            </a:extLst>
          </p:cNvPr>
          <p:cNvCxnSpPr>
            <a:cxnSpLocks/>
          </p:cNvCxnSpPr>
          <p:nvPr/>
        </p:nvCxnSpPr>
        <p:spPr>
          <a:xfrm>
            <a:off x="15719083" y="2074191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0F9F0883-A4F5-0D5E-6AFA-D48125417783}"/>
              </a:ext>
            </a:extLst>
          </p:cNvPr>
          <p:cNvCxnSpPr>
            <a:cxnSpLocks/>
          </p:cNvCxnSpPr>
          <p:nvPr/>
        </p:nvCxnSpPr>
        <p:spPr>
          <a:xfrm>
            <a:off x="15719073" y="2821903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: Rounded Corners 275">
            <a:extLst>
              <a:ext uri="{FF2B5EF4-FFF2-40B4-BE49-F238E27FC236}">
                <a16:creationId xmlns:a16="http://schemas.microsoft.com/office/drawing/2014/main" id="{27F27654-1958-FAD9-B413-6B4BA6CC1964}"/>
              </a:ext>
            </a:extLst>
          </p:cNvPr>
          <p:cNvSpPr/>
          <p:nvPr/>
        </p:nvSpPr>
        <p:spPr>
          <a:xfrm>
            <a:off x="17199442" y="3039634"/>
            <a:ext cx="1220957" cy="3564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en-CA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</a:endParaRPr>
          </a:p>
          <a:p>
            <a:pPr algn="ctr"/>
            <a:r>
              <a:rPr lang="en-CA" sz="105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9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/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05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>
          <p:sp>
            <p:nvSpPr>
              <p:cNvPr id="277" name="Rectangle: Rounded Corners 276">
                <a:extLst>
                  <a:ext uri="{FF2B5EF4-FFF2-40B4-BE49-F238E27FC236}">
                    <a16:creationId xmlns:a16="http://schemas.microsoft.com/office/drawing/2014/main" id="{40853BC1-BFBB-F672-45AF-9E3EAB48C8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76678" y="3756183"/>
                <a:ext cx="1062000" cy="356400"/>
              </a:xfrm>
              <a:prstGeom prst="roundRect">
                <a:avLst/>
              </a:prstGeom>
              <a:blipFill>
                <a:blip r:embed="rId27"/>
                <a:stretch>
                  <a:fillRect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/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en-CA" sz="9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8" name="Rectangle: Rounded Corners 277">
                <a:extLst>
                  <a:ext uri="{FF2B5EF4-FFF2-40B4-BE49-F238E27FC236}">
                    <a16:creationId xmlns:a16="http://schemas.microsoft.com/office/drawing/2014/main" id="{958DF313-46EB-F353-33A9-673A1D0C77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325" y="4572111"/>
                <a:ext cx="1288862" cy="657915"/>
              </a:xfrm>
              <a:prstGeom prst="roundRect">
                <a:avLst/>
              </a:prstGeom>
              <a:blipFill>
                <a:blip r:embed="rId28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7618F4E2-536C-6367-4854-095DBBF1E735}"/>
              </a:ext>
            </a:extLst>
          </p:cNvPr>
          <p:cNvCxnSpPr>
            <a:cxnSpLocks/>
            <a:stCxn id="276" idx="2"/>
            <a:endCxn id="277" idx="0"/>
          </p:cNvCxnSpPr>
          <p:nvPr/>
        </p:nvCxnSpPr>
        <p:spPr>
          <a:xfrm flipH="1">
            <a:off x="17807678" y="3396034"/>
            <a:ext cx="2243" cy="360149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: Elbow 280">
            <a:extLst>
              <a:ext uri="{FF2B5EF4-FFF2-40B4-BE49-F238E27FC236}">
                <a16:creationId xmlns:a16="http://schemas.microsoft.com/office/drawing/2014/main" id="{066A4642-03A5-2A51-98F9-8847A14361A6}"/>
              </a:ext>
            </a:extLst>
          </p:cNvPr>
          <p:cNvCxnSpPr>
            <a:cxnSpLocks/>
            <a:stCxn id="277" idx="1"/>
            <a:endCxn id="278" idx="0"/>
          </p:cNvCxnSpPr>
          <p:nvPr/>
        </p:nvCxnSpPr>
        <p:spPr>
          <a:xfrm rot="10800000" flipV="1">
            <a:off x="16945756" y="3934383"/>
            <a:ext cx="330922" cy="637728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Connector: Elbow 281">
            <a:extLst>
              <a:ext uri="{FF2B5EF4-FFF2-40B4-BE49-F238E27FC236}">
                <a16:creationId xmlns:a16="http://schemas.microsoft.com/office/drawing/2014/main" id="{D6C267BD-1B91-E90F-FC38-83C7B9A30959}"/>
              </a:ext>
            </a:extLst>
          </p:cNvPr>
          <p:cNvCxnSpPr>
            <a:cxnSpLocks/>
            <a:stCxn id="277" idx="3"/>
            <a:endCxn id="302" idx="0"/>
          </p:cNvCxnSpPr>
          <p:nvPr/>
        </p:nvCxnSpPr>
        <p:spPr>
          <a:xfrm>
            <a:off x="18338678" y="3934383"/>
            <a:ext cx="353918" cy="634664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/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en-CA" sz="105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CA" sz="1400" b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CA" sz="9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(Angular Velocity)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CA" sz="9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</m:t>
                              </m:r>
                            </m:sub>
                          </m:sSub>
                        </m:num>
                        <m:den>
                          <m:r>
                            <a:rPr lang="en-US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r>
                            <m:rPr>
                              <m:sty m:val="p"/>
                            </m:rPr>
                            <a:rPr lang="en-CA" sz="9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t</m:t>
                          </m:r>
                        </m:den>
                      </m:f>
                    </m:oMath>
                  </m:oMathPara>
                </a14:m>
                <a:endParaRPr lang="en-US" sz="900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02" name="Rectangle: Rounded Corners 301">
                <a:extLst>
                  <a:ext uri="{FF2B5EF4-FFF2-40B4-BE49-F238E27FC236}">
                    <a16:creationId xmlns:a16="http://schemas.microsoft.com/office/drawing/2014/main" id="{D385BD47-8CC1-50F1-E0F0-A9842FA77A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048165" y="4569047"/>
                <a:ext cx="1288862" cy="657915"/>
              </a:xfrm>
              <a:prstGeom prst="roundRect">
                <a:avLst/>
              </a:prstGeom>
              <a:blipFill>
                <a:blip r:embed="rId29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/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F8529CAC-964F-A2CE-1341-C31C4E1AB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610391"/>
                <a:ext cx="304800" cy="2308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/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FEDBFB8-142D-7087-B5E8-86874E0102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2239010"/>
                <a:ext cx="304800" cy="23173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/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CD607615-31EA-5DFE-7B71-ED5B4D847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45950" y="1866792"/>
                <a:ext cx="304800" cy="230832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Arrow Connector 323">
            <a:extLst>
              <a:ext uri="{FF2B5EF4-FFF2-40B4-BE49-F238E27FC236}">
                <a16:creationId xmlns:a16="http://schemas.microsoft.com/office/drawing/2014/main" id="{8076F3DF-1B08-A123-1EB2-9C82504C8428}"/>
              </a:ext>
            </a:extLst>
          </p:cNvPr>
          <p:cNvCxnSpPr>
            <a:cxnSpLocks/>
            <a:stCxn id="250" idx="2"/>
            <a:endCxn id="328" idx="0"/>
          </p:cNvCxnSpPr>
          <p:nvPr/>
        </p:nvCxnSpPr>
        <p:spPr>
          <a:xfrm>
            <a:off x="15069702" y="3090690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/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Clarke</a:t>
                </a: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abc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−</m:t>
                                    </m:r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  <m:e>
                                <m:r>
                                  <a:rPr lang="en-CA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skw"/>
                                    <m:ctrlPr>
                                      <a:rPr lang="en-CA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fPr>
                                  <m:num>
                                    <m:rad>
                                      <m:radPr>
                                        <m:degHide m:val="on"/>
                                        <m:ctrlPr>
                                          <a:rPr lang="en-CA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n-US" sz="900" b="1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cs typeface="Times New Roman" panose="02020603050405020304" pitchFamily="18" charset="0"/>
                                          </a:rPr>
                                          <m:t>3</m:t>
                                        </m:r>
                                      </m:e>
                                    </m:rad>
                                  </m:num>
                                  <m:den>
                                    <m:r>
                                      <a:rPr lang="en-US" sz="900" b="1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8" name="Rectangle: Rounded Corners 327">
                <a:extLst>
                  <a:ext uri="{FF2B5EF4-FFF2-40B4-BE49-F238E27FC236}">
                    <a16:creationId xmlns:a16="http://schemas.microsoft.com/office/drawing/2014/main" id="{DC250596-BBB9-7116-8CE0-9F446265F0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874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3"/>
                <a:stretch>
                  <a:fillRect r="-8584" b="-20755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3" name="Straight Arrow Connector 332">
            <a:extLst>
              <a:ext uri="{FF2B5EF4-FFF2-40B4-BE49-F238E27FC236}">
                <a16:creationId xmlns:a16="http://schemas.microsoft.com/office/drawing/2014/main" id="{A9EE24EC-0290-83F9-F1A6-C891EA44B546}"/>
              </a:ext>
            </a:extLst>
          </p:cNvPr>
          <p:cNvCxnSpPr>
            <a:cxnSpLocks/>
          </p:cNvCxnSpPr>
          <p:nvPr/>
        </p:nvCxnSpPr>
        <p:spPr>
          <a:xfrm>
            <a:off x="14698227" y="3093865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Arrow Connector 333">
            <a:extLst>
              <a:ext uri="{FF2B5EF4-FFF2-40B4-BE49-F238E27FC236}">
                <a16:creationId xmlns:a16="http://schemas.microsoft.com/office/drawing/2014/main" id="{D9E7C3BC-B92E-AA9B-FCC6-FE1315A3A36E}"/>
              </a:ext>
            </a:extLst>
          </p:cNvPr>
          <p:cNvCxnSpPr>
            <a:cxnSpLocks/>
          </p:cNvCxnSpPr>
          <p:nvPr/>
        </p:nvCxnSpPr>
        <p:spPr>
          <a:xfrm>
            <a:off x="15444352" y="3088988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/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2" name="TextBox 341">
                <a:extLst>
                  <a:ext uri="{FF2B5EF4-FFF2-40B4-BE49-F238E27FC236}">
                    <a16:creationId xmlns:a16="http://schemas.microsoft.com/office/drawing/2014/main" id="{E64D39B3-2F88-85D5-6515-EC452775E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69984" y="3502758"/>
                <a:ext cx="304800" cy="230832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/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4" name="TextBox 343">
                <a:extLst>
                  <a:ext uri="{FF2B5EF4-FFF2-40B4-BE49-F238E27FC236}">
                    <a16:creationId xmlns:a16="http://schemas.microsoft.com/office/drawing/2014/main" id="{3449ED4D-F34D-698A-C02E-03DA26F74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44633" y="3504815"/>
                <a:ext cx="304800" cy="23173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/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46" name="TextBox 345">
                <a:extLst>
                  <a:ext uri="{FF2B5EF4-FFF2-40B4-BE49-F238E27FC236}">
                    <a16:creationId xmlns:a16="http://schemas.microsoft.com/office/drawing/2014/main" id="{01FDB514-40DF-64A5-E36B-9269D24F9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22102" y="3504637"/>
                <a:ext cx="304800" cy="230832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/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05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Park</a:t>
                </a:r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(α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β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l-GR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CA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CA" sz="900" b="1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dq</a:t>
                </a:r>
                <a:r>
                  <a:rPr lang="en-US" sz="9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US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CA" sz="9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CA" sz="9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sin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m:rPr>
                                    <m:sty m:val="p"/>
                                  </m:rPr>
                                  <a:rPr lang="en-US" sz="900" b="1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cos</m:t>
                                </m:r>
                                <m:sSub>
                                  <m:sSubPr>
                                    <m:ctrlP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 </m:t>
                                    </m:r>
                                    <m:r>
                                      <a:rPr lang="en-CA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sz="9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𝑒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8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endParaRPr lang="en-CA" sz="7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0" name="Rectangle: Rounded Corners 349">
                <a:extLst>
                  <a:ext uri="{FF2B5EF4-FFF2-40B4-BE49-F238E27FC236}">
                    <a16:creationId xmlns:a16="http://schemas.microsoft.com/office/drawing/2014/main" id="{5ED50C55-9337-A464-7463-3D7F987821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2226" y="4259767"/>
                <a:ext cx="1399655" cy="1276473"/>
              </a:xfrm>
              <a:prstGeom prst="roundRect">
                <a:avLst>
                  <a:gd name="adj" fmla="val 6196"/>
                </a:avLst>
              </a:prstGeom>
              <a:blipFill>
                <a:blip r:embed="rId37"/>
                <a:stretch>
                  <a:fillRect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6" name="Straight Arrow Connector 355">
            <a:extLst>
              <a:ext uri="{FF2B5EF4-FFF2-40B4-BE49-F238E27FC236}">
                <a16:creationId xmlns:a16="http://schemas.microsoft.com/office/drawing/2014/main" id="{C137458F-D7F6-2A49-10D6-EA5805EC9ACA}"/>
              </a:ext>
            </a:extLst>
          </p:cNvPr>
          <p:cNvCxnSpPr/>
          <p:nvPr/>
        </p:nvCxnSpPr>
        <p:spPr>
          <a:xfrm flipH="1">
            <a:off x="11866741" y="452142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Arrow Connector 356">
            <a:extLst>
              <a:ext uri="{FF2B5EF4-FFF2-40B4-BE49-F238E27FC236}">
                <a16:creationId xmlns:a16="http://schemas.microsoft.com/office/drawing/2014/main" id="{76F9DE1E-207C-ACB5-0605-03C064A8D003}"/>
              </a:ext>
            </a:extLst>
          </p:cNvPr>
          <p:cNvCxnSpPr/>
          <p:nvPr/>
        </p:nvCxnSpPr>
        <p:spPr>
          <a:xfrm flipH="1">
            <a:off x="11872456" y="5270112"/>
            <a:ext cx="2497993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/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64F6887F-DAF2-338D-C9BC-1BE158636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4310839"/>
                <a:ext cx="304800" cy="230832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/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1" name="TextBox 360">
                <a:extLst>
                  <a:ext uri="{FF2B5EF4-FFF2-40B4-BE49-F238E27FC236}">
                    <a16:creationId xmlns:a16="http://schemas.microsoft.com/office/drawing/2014/main" id="{D3BAF20F-A397-B878-75A7-5B3E73670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5907" y="5046726"/>
                <a:ext cx="304800" cy="24308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2" name="Straight Arrow Connector 361">
            <a:extLst>
              <a:ext uri="{FF2B5EF4-FFF2-40B4-BE49-F238E27FC236}">
                <a16:creationId xmlns:a16="http://schemas.microsoft.com/office/drawing/2014/main" id="{7A18F6CE-E48B-DCBF-894E-5BE4D5B192A8}"/>
              </a:ext>
            </a:extLst>
          </p:cNvPr>
          <p:cNvCxnSpPr>
            <a:cxnSpLocks/>
            <a:endCxn id="90" idx="4"/>
          </p:cNvCxnSpPr>
          <p:nvPr/>
        </p:nvCxnSpPr>
        <p:spPr>
          <a:xfrm rot="10800000">
            <a:off x="5701250" y="2159463"/>
            <a:ext cx="4764415" cy="2362333"/>
          </a:xfrm>
          <a:prstGeom prst="bentConnector2">
            <a:avLst/>
          </a:prstGeom>
          <a:ln cmpd="sng"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C6F45FA7-0DA6-6109-DDF8-B86FD9658613}"/>
              </a:ext>
            </a:extLst>
          </p:cNvPr>
          <p:cNvCxnSpPr>
            <a:cxnSpLocks/>
            <a:endCxn id="102" idx="4"/>
          </p:cNvCxnSpPr>
          <p:nvPr/>
        </p:nvCxnSpPr>
        <p:spPr>
          <a:xfrm rot="10800000">
            <a:off x="5171614" y="2909458"/>
            <a:ext cx="5297554" cy="2360267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/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20962216-241D-59E4-149D-16DFCCE99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4310839"/>
                <a:ext cx="304800" cy="230832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/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B42E11D8-BE5D-D029-0DA0-F687D8DC2D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581" y="5046726"/>
                <a:ext cx="304800" cy="241476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437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/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c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BDFE451-9839-FFFD-F25D-F5BBD80141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871576"/>
                <a:ext cx="304800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/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CA" sz="1400" i="1">
                              <a:latin typeface="Cambria Math" panose="02040503050406030204" pitchFamily="18" charset="0"/>
                            </a:rPr>
                            <m:t>b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B3E3F47-0FD2-6065-0067-D6DD11545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487495"/>
                <a:ext cx="304800" cy="309124"/>
              </a:xfrm>
              <a:prstGeom prst="rect">
                <a:avLst/>
              </a:prstGeom>
              <a:blipFill>
                <a:blip r:embed="rId3"/>
                <a:stretch>
                  <a:fillRect r="-4000" b="-196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E9F90DC-8987-E569-754E-7AC7ECBB7066}"/>
              </a:ext>
            </a:extLst>
          </p:cNvPr>
          <p:cNvCxnSpPr>
            <a:cxnSpLocks/>
          </p:cNvCxnSpPr>
          <p:nvPr/>
        </p:nvCxnSpPr>
        <p:spPr>
          <a:xfrm>
            <a:off x="10979592" y="1413165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18FD87D-E621-3D5E-B974-0F53449B4ED3}"/>
              </a:ext>
            </a:extLst>
          </p:cNvPr>
          <p:cNvCxnSpPr>
            <a:cxnSpLocks/>
          </p:cNvCxnSpPr>
          <p:nvPr/>
        </p:nvCxnSpPr>
        <p:spPr>
          <a:xfrm>
            <a:off x="10979592" y="217386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EFC526-1190-3AB7-243B-3DE425F580E0}"/>
              </a:ext>
            </a:extLst>
          </p:cNvPr>
          <p:cNvCxnSpPr>
            <a:cxnSpLocks/>
          </p:cNvCxnSpPr>
          <p:nvPr/>
        </p:nvCxnSpPr>
        <p:spPr>
          <a:xfrm>
            <a:off x="10979592" y="178716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/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a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CAED1DB-7B4E-FA70-92F3-BD78C6D87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74310" y="1115277"/>
                <a:ext cx="30480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/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93323AD-BDAC-30E0-3792-C1ACD85790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876275"/>
                <a:ext cx="304800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/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C829D976-CFD4-B889-F33F-996F36021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487430"/>
                <a:ext cx="304800" cy="307777"/>
              </a:xfrm>
              <a:prstGeom prst="rect">
                <a:avLst/>
              </a:prstGeom>
              <a:blipFill>
                <a:blip r:embed="rId6"/>
                <a:stretch>
                  <a:fillRect r="-8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973E29C-5678-F8AB-3DE2-DA12834F5F48}"/>
              </a:ext>
            </a:extLst>
          </p:cNvPr>
          <p:cNvCxnSpPr>
            <a:cxnSpLocks/>
          </p:cNvCxnSpPr>
          <p:nvPr/>
        </p:nvCxnSpPr>
        <p:spPr>
          <a:xfrm>
            <a:off x="12865513" y="1413102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83EC3F8C-8DA3-1793-14AC-56FB6AC421EB}"/>
              </a:ext>
            </a:extLst>
          </p:cNvPr>
          <p:cNvCxnSpPr>
            <a:cxnSpLocks/>
          </p:cNvCxnSpPr>
          <p:nvPr/>
        </p:nvCxnSpPr>
        <p:spPr>
          <a:xfrm>
            <a:off x="12865513" y="217379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A0D0277-301B-C16B-0249-1359C5F21C1F}"/>
              </a:ext>
            </a:extLst>
          </p:cNvPr>
          <p:cNvCxnSpPr>
            <a:cxnSpLocks/>
          </p:cNvCxnSpPr>
          <p:nvPr/>
        </p:nvCxnSpPr>
        <p:spPr>
          <a:xfrm>
            <a:off x="12865513" y="178710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/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F527208-CE83-9CC8-0F15-13A809D22C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0231" y="1115213"/>
                <a:ext cx="304800" cy="307777"/>
              </a:xfrm>
              <a:prstGeom prst="rect">
                <a:avLst/>
              </a:prstGeom>
              <a:blipFill>
                <a:blip r:embed="rId7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Oval 57">
            <a:extLst>
              <a:ext uri="{FF2B5EF4-FFF2-40B4-BE49-F238E27FC236}">
                <a16:creationId xmlns:a16="http://schemas.microsoft.com/office/drawing/2014/main" id="{8C220D67-50CF-9A97-B5D8-0EDF5C7C5878}"/>
              </a:ext>
            </a:extLst>
          </p:cNvPr>
          <p:cNvSpPr>
            <a:spLocks noChangeAspect="1"/>
          </p:cNvSpPr>
          <p:nvPr/>
        </p:nvSpPr>
        <p:spPr>
          <a:xfrm>
            <a:off x="16271084" y="1221583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PMSM</a:t>
            </a:r>
            <a:endParaRPr lang="en-CA" sz="3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3778F81B-D88E-C816-B1ED-0FC7FA51F03D}"/>
              </a:ext>
            </a:extLst>
          </p:cNvPr>
          <p:cNvCxnSpPr>
            <a:cxnSpLocks/>
            <a:endCxn id="58" idx="2"/>
          </p:cNvCxnSpPr>
          <p:nvPr/>
        </p:nvCxnSpPr>
        <p:spPr>
          <a:xfrm>
            <a:off x="14744539" y="1787102"/>
            <a:ext cx="1526545" cy="1481"/>
          </a:xfrm>
          <a:prstGeom prst="straightConnector1">
            <a:avLst/>
          </a:prstGeom>
          <a:ln>
            <a:solidFill>
              <a:schemeClr val="tx1"/>
            </a:solidFill>
            <a:headEnd w="lg" len="lg"/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E2AC991-1E43-9BC5-DE83-F7D0C8118736}"/>
              </a:ext>
            </a:extLst>
          </p:cNvPr>
          <p:cNvCxnSpPr>
            <a:cxnSpLocks/>
          </p:cNvCxnSpPr>
          <p:nvPr/>
        </p:nvCxnSpPr>
        <p:spPr>
          <a:xfrm>
            <a:off x="14749489" y="1409603"/>
            <a:ext cx="1654517" cy="5434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015D3E5-6C3F-06C8-CCBA-56702FEF2F58}"/>
              </a:ext>
            </a:extLst>
          </p:cNvPr>
          <p:cNvCxnSpPr>
            <a:cxnSpLocks/>
          </p:cNvCxnSpPr>
          <p:nvPr/>
        </p:nvCxnSpPr>
        <p:spPr>
          <a:xfrm>
            <a:off x="14749479" y="2157315"/>
            <a:ext cx="1660877" cy="7022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6368D6-3F24-A703-3AFB-F5F085D84E79}"/>
              </a:ext>
            </a:extLst>
          </p:cNvPr>
          <p:cNvSpPr/>
          <p:nvPr/>
        </p:nvSpPr>
        <p:spPr>
          <a:xfrm>
            <a:off x="15974179" y="2375045"/>
            <a:ext cx="1720161" cy="5486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Position Sensor</a:t>
            </a:r>
          </a:p>
          <a:p>
            <a:pPr algn="ctr"/>
            <a:r>
              <a:rPr lang="en-CA" sz="1400" dirty="0">
                <a:solidFill>
                  <a:schemeClr val="tx1"/>
                </a:solidFill>
                <a:latin typeface="Times New Roman" panose="02020603050405020304" pitchFamily="18" charset="0"/>
                <a:ea typeface="Cambria Math" panose="02040503050406030204" pitchFamily="18" charset="0"/>
              </a:rPr>
              <a:t>(Encoder/Resolver)</a:t>
            </a:r>
          </a:p>
          <a:p>
            <a:pPr algn="ctr"/>
            <a:endParaRPr lang="en-US" sz="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/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(Mechanical Angle)</a:t>
                </a:r>
              </a:p>
            </p:txBody>
          </p:sp>
        </mc:Choice>
        <mc:Fallback>
          <p:sp>
            <p:nvSpPr>
              <p:cNvPr id="63" name="Rectangle: Rounded Corners 62">
                <a:extLst>
                  <a:ext uri="{FF2B5EF4-FFF2-40B4-BE49-F238E27FC236}">
                    <a16:creationId xmlns:a16="http://schemas.microsoft.com/office/drawing/2014/main" id="{9AE10280-1EC7-1238-A8B9-006F12157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7" y="3342372"/>
                <a:ext cx="1720161" cy="548618"/>
              </a:xfrm>
              <a:prstGeom prst="roundRect">
                <a:avLst/>
              </a:prstGeom>
              <a:blipFill>
                <a:blip r:embed="rId8"/>
                <a:stretch>
                  <a:fillRect b="-6452"/>
                </a:stretch>
              </a:blip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/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4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4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64" name="Rectangle: Rounded Corners 63">
                <a:extLst>
                  <a:ext uri="{FF2B5EF4-FFF2-40B4-BE49-F238E27FC236}">
                    <a16:creationId xmlns:a16="http://schemas.microsoft.com/office/drawing/2014/main" id="{9FC05BC8-2172-47A6-5D2D-7377AE1E6A9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74178" y="4309700"/>
                <a:ext cx="1720161" cy="548618"/>
              </a:xfrm>
              <a:prstGeom prst="roundRect">
                <a:avLst/>
              </a:prstGeom>
              <a:blipFill>
                <a:blip r:embed="rId9"/>
                <a:stretch>
                  <a:fillRect b="-645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1C84F3D-D834-73FB-BC01-FBDE05687AFA}"/>
              </a:ext>
            </a:extLst>
          </p:cNvPr>
          <p:cNvCxnSpPr>
            <a:cxnSpLocks/>
            <a:stCxn id="62" idx="2"/>
            <a:endCxn id="63" idx="0"/>
          </p:cNvCxnSpPr>
          <p:nvPr/>
        </p:nvCxnSpPr>
        <p:spPr>
          <a:xfrm flipH="1">
            <a:off x="16834258" y="2923662"/>
            <a:ext cx="2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/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EFDBFE4-E150-DD87-9D13-C9B8833469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860075"/>
                <a:ext cx="3048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/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8AF26AEA-2423-ECDC-05F3-9301A73BBC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488694"/>
                <a:ext cx="304800" cy="307777"/>
              </a:xfrm>
              <a:prstGeom prst="rect">
                <a:avLst/>
              </a:prstGeom>
              <a:blipFill>
                <a:blip r:embed="rId11"/>
                <a:stretch>
                  <a:fillRect r="-2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/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14E5489B-AFC9-D6C9-A525-293DEADAEE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76356" y="1116476"/>
                <a:ext cx="304800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61A0E80-7B83-290C-D930-EBE748FC11A1}"/>
              </a:ext>
            </a:extLst>
          </p:cNvPr>
          <p:cNvCxnSpPr>
            <a:cxnSpLocks/>
          </p:cNvCxnSpPr>
          <p:nvPr/>
        </p:nvCxnSpPr>
        <p:spPr>
          <a:xfrm>
            <a:off x="14128932" y="2407891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BA13FE3F-71B2-66AB-086C-0E739BCDAB7F}"/>
              </a:ext>
            </a:extLst>
          </p:cNvPr>
          <p:cNvCxnSpPr>
            <a:cxnSpLocks/>
          </p:cNvCxnSpPr>
          <p:nvPr/>
        </p:nvCxnSpPr>
        <p:spPr>
          <a:xfrm>
            <a:off x="13757457" y="2411066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BF9A0F2-F199-7A80-7DB8-D596C81B21A4}"/>
              </a:ext>
            </a:extLst>
          </p:cNvPr>
          <p:cNvCxnSpPr>
            <a:cxnSpLocks/>
          </p:cNvCxnSpPr>
          <p:nvPr/>
        </p:nvCxnSpPr>
        <p:spPr>
          <a:xfrm>
            <a:off x="14503582" y="2406189"/>
            <a:ext cx="0" cy="1169077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/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4FA48348-CA0D-A5D6-5065-92F44A379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339" y="2819959"/>
                <a:ext cx="304800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/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29C995B9-80E2-829A-BE5D-BBEEDEFB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87988" y="2822016"/>
                <a:ext cx="304800" cy="30777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/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DB6BE53-AF40-DC13-B811-C800FE999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5457" y="2821838"/>
                <a:ext cx="304800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/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44F634DB-A780-4B04-CB0F-D71DF45B8C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3522583"/>
                <a:ext cx="304800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/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4C4B0550-9F66-3AE6-96A7-FC81C44C7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4241350"/>
                <a:ext cx="304800" cy="32438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B4677F72-73BF-6C82-69F1-359AFD66CBF2}"/>
              </a:ext>
            </a:extLst>
          </p:cNvPr>
          <p:cNvSpPr>
            <a:spLocks noChangeAspect="1"/>
          </p:cNvSpPr>
          <p:nvPr/>
        </p:nvSpPr>
        <p:spPr>
          <a:xfrm>
            <a:off x="9748549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 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E9A23ADF-0B78-C5AC-925A-E664992EC5FE}"/>
              </a:ext>
            </a:extLst>
          </p:cNvPr>
          <p:cNvSpPr>
            <a:spLocks noChangeAspect="1"/>
          </p:cNvSpPr>
          <p:nvPr/>
        </p:nvSpPr>
        <p:spPr>
          <a:xfrm>
            <a:off x="11632542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SVPWM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89B4344-44B1-7B7B-6582-107B59ACA215}"/>
              </a:ext>
            </a:extLst>
          </p:cNvPr>
          <p:cNvGrpSpPr/>
          <p:nvPr/>
        </p:nvGrpSpPr>
        <p:grpSpPr>
          <a:xfrm>
            <a:off x="13513339" y="1174989"/>
            <a:ext cx="1231200" cy="1231200"/>
            <a:chOff x="30365779" y="3139413"/>
            <a:chExt cx="2146840" cy="2592670"/>
          </a:xfrm>
          <a:solidFill>
            <a:schemeClr val="accent2">
              <a:lumMod val="20000"/>
              <a:lumOff val="80000"/>
            </a:schemeClr>
          </a:solidFill>
        </p:grpSpPr>
        <p:sp>
          <p:nvSpPr>
            <p:cNvPr id="102" name="Rectangle: Rounded Corners 101">
              <a:extLst>
                <a:ext uri="{FF2B5EF4-FFF2-40B4-BE49-F238E27FC236}">
                  <a16:creationId xmlns:a16="http://schemas.microsoft.com/office/drawing/2014/main" id="{9B1082D1-6CDD-9B18-C7DD-8265702DAFCC}"/>
                </a:ext>
              </a:extLst>
            </p:cNvPr>
            <p:cNvSpPr/>
            <p:nvPr/>
          </p:nvSpPr>
          <p:spPr>
            <a:xfrm>
              <a:off x="30365779" y="3139413"/>
              <a:ext cx="2146840" cy="2592670"/>
            </a:xfrm>
            <a:prstGeom prst="roundRect">
              <a:avLst>
                <a:gd name="adj" fmla="val 6196"/>
              </a:avLst>
            </a:prstGeom>
            <a:grpFill/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Inverter</a:t>
              </a: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US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en-CA" sz="467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B554567E-38EA-F25D-5AD3-FD5BD2ADF5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198" r="4330"/>
            <a:stretch>
              <a:fillRect/>
            </a:stretch>
          </p:blipFill>
          <p:spPr>
            <a:xfrm>
              <a:off x="30407609" y="4081707"/>
              <a:ext cx="2063191" cy="1503694"/>
            </a:xfrm>
            <a:prstGeom prst="rect">
              <a:avLst/>
            </a:prstGeom>
            <a:grpFill/>
            <a:ln>
              <a:noFill/>
            </a:ln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/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400" dirty="0"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α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66AD3431-F0EF-38E0-E861-D875E9DB7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110784"/>
                <a:ext cx="304800" cy="307777"/>
              </a:xfrm>
              <a:prstGeom prst="rect">
                <a:avLst/>
              </a:prstGeom>
              <a:blipFill>
                <a:blip r:embed="rId19"/>
                <a:stretch>
                  <a:fillRect r="-6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/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CC12389-8864-F569-77A6-612A551E7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457" y="1843491"/>
                <a:ext cx="304800" cy="335733"/>
              </a:xfrm>
              <a:prstGeom prst="rect">
                <a:avLst/>
              </a:prstGeom>
              <a:blipFill>
                <a:blip r:embed="rId20"/>
                <a:stretch>
                  <a:fillRect r="-8000" b="-5455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65B0FBD1-1A7D-EE83-1661-07565DE1615F}"/>
              </a:ext>
            </a:extLst>
          </p:cNvPr>
          <p:cNvCxnSpPr>
            <a:cxnSpLocks/>
          </p:cNvCxnSpPr>
          <p:nvPr/>
        </p:nvCxnSpPr>
        <p:spPr>
          <a:xfrm>
            <a:off x="9097101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01AAC26-BA08-6E21-C04E-AB274846DD36}"/>
              </a:ext>
            </a:extLst>
          </p:cNvPr>
          <p:cNvCxnSpPr>
            <a:cxnSpLocks/>
          </p:cNvCxnSpPr>
          <p:nvPr/>
        </p:nvCxnSpPr>
        <p:spPr>
          <a:xfrm>
            <a:off x="9097101" y="2173190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249278D5-3A21-D694-1293-4B0578EA938E}"/>
              </a:ext>
            </a:extLst>
          </p:cNvPr>
          <p:cNvSpPr>
            <a:spLocks noChangeAspect="1"/>
          </p:cNvSpPr>
          <p:nvPr/>
        </p:nvSpPr>
        <p:spPr>
          <a:xfrm>
            <a:off x="7860787" y="1174989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Inverse 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B91F3F81-9B49-BFAE-3D76-DFB84D06DEE1}"/>
              </a:ext>
            </a:extLst>
          </p:cNvPr>
          <p:cNvCxnSpPr>
            <a:cxnSpLocks/>
          </p:cNvCxnSpPr>
          <p:nvPr/>
        </p:nvCxnSpPr>
        <p:spPr>
          <a:xfrm flipH="1">
            <a:off x="11141936" y="3822740"/>
            <a:ext cx="236108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3374864-25AC-40E1-D491-4654C3698172}"/>
              </a:ext>
            </a:extLst>
          </p:cNvPr>
          <p:cNvCxnSpPr>
            <a:cxnSpLocks/>
          </p:cNvCxnSpPr>
          <p:nvPr/>
        </p:nvCxnSpPr>
        <p:spPr>
          <a:xfrm flipH="1">
            <a:off x="11139555" y="4556187"/>
            <a:ext cx="2363621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/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528229A5-90A8-8C9D-BA8F-4A3FFAFF1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2772" y="3523253"/>
                <a:ext cx="304800" cy="30777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/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DE73AA42-3F59-F387-58DD-97566C67D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87534" y="4239137"/>
                <a:ext cx="304800" cy="326949"/>
              </a:xfrm>
              <a:prstGeom prst="rect">
                <a:avLst/>
              </a:prstGeom>
              <a:blipFill>
                <a:blip r:embed="rId22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91AB53-EC21-7CE6-1B56-E7741565953F}"/>
              </a:ext>
            </a:extLst>
          </p:cNvPr>
          <p:cNvCxnSpPr>
            <a:stCxn id="63" idx="2"/>
            <a:endCxn id="64" idx="0"/>
          </p:cNvCxnSpPr>
          <p:nvPr/>
        </p:nvCxnSpPr>
        <p:spPr>
          <a:xfrm>
            <a:off x="16834258" y="3890990"/>
            <a:ext cx="1" cy="41871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: Rounded Corners 129">
            <a:extLst>
              <a:ext uri="{FF2B5EF4-FFF2-40B4-BE49-F238E27FC236}">
                <a16:creationId xmlns:a16="http://schemas.microsoft.com/office/drawing/2014/main" id="{0A140CFC-A511-65AC-7E44-CDCE0938D580}"/>
              </a:ext>
            </a:extLst>
          </p:cNvPr>
          <p:cNvSpPr/>
          <p:nvPr/>
        </p:nvSpPr>
        <p:spPr>
          <a:xfrm>
            <a:off x="5793605" y="1200160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B5F3CDE1-66F7-7535-ECAC-803B9C7BAC7C}"/>
              </a:ext>
            </a:extLst>
          </p:cNvPr>
          <p:cNvSpPr/>
          <p:nvPr/>
        </p:nvSpPr>
        <p:spPr>
          <a:xfrm>
            <a:off x="5793605" y="1930782"/>
            <a:ext cx="1409421" cy="42480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 w="1905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 Controller</a:t>
            </a:r>
            <a:endParaRPr lang="en-CA" sz="1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/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E9192D8-A5F1-34BB-4891-DCA8CAFF9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110784"/>
                <a:ext cx="304800" cy="307777"/>
              </a:xfrm>
              <a:prstGeom prst="rect">
                <a:avLst/>
              </a:prstGeom>
              <a:blipFill>
                <a:blip r:embed="rId23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/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1DBB2B5-D36A-652C-70A5-852F0397F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332" y="1823649"/>
                <a:ext cx="304800" cy="324384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7677BFD-5778-2AD9-4E54-B8EA3560AADD}"/>
              </a:ext>
            </a:extLst>
          </p:cNvPr>
          <p:cNvCxnSpPr>
            <a:cxnSpLocks/>
          </p:cNvCxnSpPr>
          <p:nvPr/>
        </p:nvCxnSpPr>
        <p:spPr>
          <a:xfrm>
            <a:off x="7207976" y="141249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6EA55729-B720-0CB7-A503-3FFEF2D56B3F}"/>
              </a:ext>
            </a:extLst>
          </p:cNvPr>
          <p:cNvCxnSpPr>
            <a:cxnSpLocks/>
          </p:cNvCxnSpPr>
          <p:nvPr/>
        </p:nvCxnSpPr>
        <p:spPr>
          <a:xfrm>
            <a:off x="7207976" y="2143823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/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1" name="Rectangle: Rounded Corners 140">
                <a:extLst>
                  <a:ext uri="{FF2B5EF4-FFF2-40B4-BE49-F238E27FC236}">
                    <a16:creationId xmlns:a16="http://schemas.microsoft.com/office/drawing/2014/main" id="{742D2B03-1F23-9669-2D1E-CE9D366348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0787" y="2778326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3ED93ABE-34DB-60BD-0881-E5CE40AB83AB}"/>
              </a:ext>
            </a:extLst>
          </p:cNvPr>
          <p:cNvCxnSpPr>
            <a:stCxn id="141" idx="0"/>
            <a:endCxn id="96" idx="2"/>
          </p:cNvCxnSpPr>
          <p:nvPr/>
        </p:nvCxnSpPr>
        <p:spPr>
          <a:xfrm flipV="1">
            <a:off x="8476469" y="2406353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/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CA" sz="11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</m:oMath>
                  </m:oMathPara>
                </a14:m>
                <a:endParaRPr lang="en-US" sz="1100" b="1" i="1" dirty="0">
                  <a:solidFill>
                    <a:schemeClr val="tx1"/>
                  </a:solidFill>
                  <a:latin typeface="Times New Roman" panose="02020603050405020304" pitchFamily="18" charset="0"/>
                  <a:ea typeface="Cambria Math" panose="020405030504060302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Cambria Math" panose="02040503050406030204" pitchFamily="18" charset="0"/>
                    <a:cs typeface="Times New Roman" panose="02020603050405020304" pitchFamily="18" charset="0"/>
                  </a:rPr>
                  <a:t>(Electrical Angle)</a:t>
                </a:r>
              </a:p>
            </p:txBody>
          </p:sp>
        </mc:Choice>
        <mc:Fallback>
          <p:sp>
            <p:nvSpPr>
              <p:cNvPr id="145" name="Rectangle: Rounded Corners 144">
                <a:extLst>
                  <a:ext uri="{FF2B5EF4-FFF2-40B4-BE49-F238E27FC236}">
                    <a16:creationId xmlns:a16="http://schemas.microsoft.com/office/drawing/2014/main" id="{DA1019A9-2D4F-511A-761B-48D022936F5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556" y="5174349"/>
                <a:ext cx="1231364" cy="424802"/>
              </a:xfrm>
              <a:prstGeom prst="roundRect">
                <a:avLst/>
              </a:prstGeom>
              <a:blipFill>
                <a:blip r:embed="rId25"/>
                <a:stretch>
                  <a:fillRect b="-9722"/>
                </a:stretch>
              </a:blipFill>
              <a:ln w="19050">
                <a:solidFill>
                  <a:schemeClr val="accent6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5ECB1BDD-9D41-C99D-1BDC-E7491586497D}"/>
              </a:ext>
            </a:extLst>
          </p:cNvPr>
          <p:cNvCxnSpPr>
            <a:stCxn id="145" idx="0"/>
          </p:cNvCxnSpPr>
          <p:nvPr/>
        </p:nvCxnSpPr>
        <p:spPr>
          <a:xfrm flipV="1">
            <a:off x="10524238" y="4802376"/>
            <a:ext cx="0" cy="371973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17961D1E-37EF-54E7-4FB2-232A69AA401C}"/>
              </a:ext>
            </a:extLst>
          </p:cNvPr>
          <p:cNvSpPr>
            <a:spLocks noChangeAspect="1"/>
          </p:cNvSpPr>
          <p:nvPr/>
        </p:nvSpPr>
        <p:spPr>
          <a:xfrm>
            <a:off x="13513339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Clarke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abc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F47238B4-2A10-4554-DE0A-2E422D35DF69}"/>
              </a:ext>
            </a:extLst>
          </p:cNvPr>
          <p:cNvSpPr>
            <a:spLocks noChangeAspect="1"/>
          </p:cNvSpPr>
          <p:nvPr/>
        </p:nvSpPr>
        <p:spPr>
          <a:xfrm>
            <a:off x="5017947" y="1286211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0DAA87F-9EE7-A9A1-E820-C947D9E52EAC}"/>
              </a:ext>
            </a:extLst>
          </p:cNvPr>
          <p:cNvSpPr txBox="1"/>
          <p:nvPr/>
        </p:nvSpPr>
        <p:spPr>
          <a:xfrm>
            <a:off x="4822555" y="1086142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F7236E9-0115-DE49-32E6-D9925423328A}"/>
              </a:ext>
            </a:extLst>
          </p:cNvPr>
          <p:cNvSpPr txBox="1"/>
          <p:nvPr/>
        </p:nvSpPr>
        <p:spPr>
          <a:xfrm>
            <a:off x="5196669" y="1351490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C997BBB3-9383-64EF-9FA9-27AC2ABBDF8E}"/>
              </a:ext>
            </a:extLst>
          </p:cNvPr>
          <p:cNvSpPr>
            <a:spLocks noChangeAspect="1"/>
          </p:cNvSpPr>
          <p:nvPr/>
        </p:nvSpPr>
        <p:spPr>
          <a:xfrm>
            <a:off x="4153929" y="2017182"/>
            <a:ext cx="252450" cy="252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212" dirty="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53E67075-02A2-7A76-33B9-ADA2A7D0738E}"/>
              </a:ext>
            </a:extLst>
          </p:cNvPr>
          <p:cNvSpPr txBox="1"/>
          <p:nvPr/>
        </p:nvSpPr>
        <p:spPr>
          <a:xfrm>
            <a:off x="3940868" y="1847121"/>
            <a:ext cx="1770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+</a:t>
            </a:r>
            <a:endParaRPr lang="en-CA" sz="28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8D3B1A68-0757-97AB-86FE-295CA388AF45}"/>
              </a:ext>
            </a:extLst>
          </p:cNvPr>
          <p:cNvSpPr txBox="1"/>
          <p:nvPr/>
        </p:nvSpPr>
        <p:spPr>
          <a:xfrm>
            <a:off x="4326280" y="2067635"/>
            <a:ext cx="202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_</a:t>
            </a:r>
            <a:endParaRPr lang="en-CA" sz="2000" b="1" dirty="0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0992CBC5-F175-D5DF-B6D2-2818E334296E}"/>
              </a:ext>
            </a:extLst>
          </p:cNvPr>
          <p:cNvCxnSpPr>
            <a:stCxn id="172" idx="6"/>
            <a:endCxn id="132" idx="1"/>
          </p:cNvCxnSpPr>
          <p:nvPr/>
        </p:nvCxnSpPr>
        <p:spPr>
          <a:xfrm>
            <a:off x="4406379" y="2143182"/>
            <a:ext cx="1387226" cy="1"/>
          </a:xfrm>
          <a:prstGeom prst="straightConnector1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55B85A1B-CE18-A933-EE99-B698A5B6E008}"/>
              </a:ext>
            </a:extLst>
          </p:cNvPr>
          <p:cNvCxnSpPr>
            <a:stCxn id="164" idx="6"/>
            <a:endCxn id="130" idx="1"/>
          </p:cNvCxnSpPr>
          <p:nvPr/>
        </p:nvCxnSpPr>
        <p:spPr>
          <a:xfrm>
            <a:off x="5270397" y="1412211"/>
            <a:ext cx="523208" cy="3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2BDF6C84-786F-17DB-DA5A-02132EFADD5E}"/>
              </a:ext>
            </a:extLst>
          </p:cNvPr>
          <p:cNvCxnSpPr>
            <a:cxnSpLocks/>
            <a:endCxn id="164" idx="4"/>
          </p:cNvCxnSpPr>
          <p:nvPr/>
        </p:nvCxnSpPr>
        <p:spPr>
          <a:xfrm rot="10800000">
            <a:off x="5144172" y="1538212"/>
            <a:ext cx="4768124" cy="2284529"/>
          </a:xfrm>
          <a:prstGeom prst="bentConnector2">
            <a:avLst/>
          </a:prstGeom>
          <a:ln>
            <a:solidFill>
              <a:schemeClr val="tx1"/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A3199E7F-4F31-8532-B538-0F8437D1525C}"/>
              </a:ext>
            </a:extLst>
          </p:cNvPr>
          <p:cNvCxnSpPr>
            <a:cxnSpLocks/>
            <a:endCxn id="172" idx="4"/>
          </p:cNvCxnSpPr>
          <p:nvPr/>
        </p:nvCxnSpPr>
        <p:spPr>
          <a:xfrm rot="10800000">
            <a:off x="4280154" y="2269183"/>
            <a:ext cx="5626386" cy="228700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: Rounded Corners 160">
            <a:extLst>
              <a:ext uri="{FF2B5EF4-FFF2-40B4-BE49-F238E27FC236}">
                <a16:creationId xmlns:a16="http://schemas.microsoft.com/office/drawing/2014/main" id="{E80EA663-04E1-A6F5-830B-C5D4E757B494}"/>
              </a:ext>
            </a:extLst>
          </p:cNvPr>
          <p:cNvSpPr>
            <a:spLocks noChangeAspect="1"/>
          </p:cNvSpPr>
          <p:nvPr/>
        </p:nvSpPr>
        <p:spPr>
          <a:xfrm>
            <a:off x="9908556" y="3578553"/>
            <a:ext cx="1231364" cy="1231364"/>
          </a:xfrm>
          <a:prstGeom prst="roundRect">
            <a:avLst>
              <a:gd name="adj" fmla="val 6196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Park</a:t>
            </a:r>
          </a:p>
          <a:p>
            <a:pPr algn="ctr"/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(α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β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l-GR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</a:t>
            </a:r>
            <a:r>
              <a:rPr lang="en-CA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CA" sz="14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dq</a:t>
            </a:r>
            <a:r>
              <a:rPr lang="en-US" sz="1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A2E2BC6F-DA8A-9C13-E9EF-D2718D240808}"/>
              </a:ext>
            </a:extLst>
          </p:cNvPr>
          <p:cNvCxnSpPr>
            <a:cxnSpLocks/>
            <a:endCxn id="172" idx="2"/>
          </p:cNvCxnSpPr>
          <p:nvPr/>
        </p:nvCxnSpPr>
        <p:spPr>
          <a:xfrm>
            <a:off x="3485293" y="2143182"/>
            <a:ext cx="66863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Arrow Connector 201">
            <a:extLst>
              <a:ext uri="{FF2B5EF4-FFF2-40B4-BE49-F238E27FC236}">
                <a16:creationId xmlns:a16="http://schemas.microsoft.com/office/drawing/2014/main" id="{E5CC4987-2591-D835-7310-272D7507F411}"/>
              </a:ext>
            </a:extLst>
          </p:cNvPr>
          <p:cNvCxnSpPr>
            <a:cxnSpLocks/>
            <a:endCxn id="164" idx="2"/>
          </p:cNvCxnSpPr>
          <p:nvPr/>
        </p:nvCxnSpPr>
        <p:spPr>
          <a:xfrm>
            <a:off x="3475058" y="1409603"/>
            <a:ext cx="1542889" cy="26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/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BBE4EF6-3D1C-E4A6-E929-6044A5C248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610" y="1255714"/>
                <a:ext cx="304800" cy="307777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/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898B7E5A-375A-5176-C9F1-F05B521D91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3589" y="1979498"/>
                <a:ext cx="304800" cy="324384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9624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97242-4756-E707-C3DB-403ABB52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>
                <a:latin typeface="Times New Roman" panose="02020603050405020304" pitchFamily="18" charset="0"/>
                <a:cs typeface="Times New Roman" panose="02020603050405020304" pitchFamily="18" charset="0"/>
              </a:rPr>
              <a:t>DQ Model of Permanent Magnet Synchronous Motors (PMSMs)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CA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03E44B7-E4E7-E4DA-2AD1-3CDB039D8C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89730" y="2179112"/>
                <a:ext cx="12420071" cy="52488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13496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tailEnd type="triangle" w="med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541</TotalTime>
  <Words>514</Words>
  <Application>Microsoft Office PowerPoint</Application>
  <PresentationFormat>Custom</PresentationFormat>
  <Paragraphs>299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DQ Model of Permanent Magnet Synchronous Motors (PMSMs)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Jonah St. Hilaire</dc:creator>
  <cp:lastModifiedBy>Jonah St. Hilaire</cp:lastModifiedBy>
  <cp:revision>5</cp:revision>
  <dcterms:created xsi:type="dcterms:W3CDTF">2026-06-12T20:02:55Z</dcterms:created>
  <dcterms:modified xsi:type="dcterms:W3CDTF">2026-09-11T19:45:20Z</dcterms:modified>
</cp:coreProperties>
</file>