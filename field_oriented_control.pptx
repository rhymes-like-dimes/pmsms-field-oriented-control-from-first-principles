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</p:sldIdLst>
  <p:sldSz cx="1440021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768E88F-D7D8-42D3-AF58-A134A9588E92}">
          <p14:sldIdLst>
            <p14:sldId id="256"/>
          </p14:sldIdLst>
        </p14:section>
        <p14:section name="PMSMs" id="{544A990B-92DD-4028-81BF-D535E8024C56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82" autoAdjust="0"/>
    <p:restoredTop sz="94673" autoAdjust="0"/>
  </p:normalViewPr>
  <p:slideViewPr>
    <p:cSldViewPr snapToGrid="0">
      <p:cViewPr varScale="1">
        <p:scale>
          <a:sx n="56" d="100"/>
          <a:sy n="56" d="100"/>
        </p:scale>
        <p:origin x="9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0027" y="1178222"/>
            <a:ext cx="10800160" cy="2506427"/>
          </a:xfrm>
        </p:spPr>
        <p:txBody>
          <a:bodyPr anchor="b"/>
          <a:lstStyle>
            <a:lvl1pPr algn="ctr">
              <a:defRPr sz="62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3781306"/>
            <a:ext cx="10800160" cy="1738167"/>
          </a:xfrm>
        </p:spPr>
        <p:txBody>
          <a:bodyPr/>
          <a:lstStyle>
            <a:lvl1pPr marL="0" indent="0" algn="ctr">
              <a:buNone/>
              <a:defRPr sz="2520"/>
            </a:lvl1pPr>
            <a:lvl2pPr marL="479969" indent="0" algn="ctr">
              <a:buNone/>
              <a:defRPr sz="2100"/>
            </a:lvl2pPr>
            <a:lvl3pPr marL="959937" indent="0" algn="ctr">
              <a:buNone/>
              <a:defRPr sz="1890"/>
            </a:lvl3pPr>
            <a:lvl4pPr marL="1439906" indent="0" algn="ctr">
              <a:buNone/>
              <a:defRPr sz="1680"/>
            </a:lvl4pPr>
            <a:lvl5pPr marL="1919874" indent="0" algn="ctr">
              <a:buNone/>
              <a:defRPr sz="1680"/>
            </a:lvl5pPr>
            <a:lvl6pPr marL="2399843" indent="0" algn="ctr">
              <a:buNone/>
              <a:defRPr sz="1680"/>
            </a:lvl6pPr>
            <a:lvl7pPr marL="2879811" indent="0" algn="ctr">
              <a:buNone/>
              <a:defRPr sz="1680"/>
            </a:lvl7pPr>
            <a:lvl8pPr marL="3359780" indent="0" algn="ctr">
              <a:buNone/>
              <a:defRPr sz="1680"/>
            </a:lvl8pPr>
            <a:lvl9pPr marL="3839748" indent="0" algn="ctr">
              <a:buNone/>
              <a:defRPr sz="1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8545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1595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4" y="1794830"/>
            <a:ext cx="12420184" cy="2994714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4" y="4817875"/>
            <a:ext cx="12420184" cy="15748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79969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5993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39906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19874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399843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79811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597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39748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87924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1916484"/>
            <a:ext cx="6120091" cy="456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1916484"/>
            <a:ext cx="6120091" cy="456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7986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383297"/>
            <a:ext cx="12420184" cy="1391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1764832"/>
            <a:ext cx="6091965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2629749"/>
            <a:ext cx="6091965" cy="3867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1764832"/>
            <a:ext cx="6121966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2629749"/>
            <a:ext cx="6121966" cy="3867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2736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3938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0810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479954"/>
            <a:ext cx="4644443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036569"/>
            <a:ext cx="7290108" cy="5116178"/>
          </a:xfrm>
        </p:spPr>
        <p:txBody>
          <a:bodyPr/>
          <a:lstStyle>
            <a:lvl1pPr>
              <a:defRPr sz="3359"/>
            </a:lvl1pPr>
            <a:lvl2pPr>
              <a:defRPr sz="2939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159794"/>
            <a:ext cx="4644443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03851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479954"/>
            <a:ext cx="4644443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036569"/>
            <a:ext cx="7290108" cy="5116178"/>
          </a:xfrm>
        </p:spPr>
        <p:txBody>
          <a:bodyPr anchor="t"/>
          <a:lstStyle>
            <a:lvl1pPr marL="0" indent="0">
              <a:buNone/>
              <a:defRPr sz="3359"/>
            </a:lvl1pPr>
            <a:lvl2pPr marL="479969" indent="0">
              <a:buNone/>
              <a:defRPr sz="2939"/>
            </a:lvl2pPr>
            <a:lvl3pPr marL="959937" indent="0">
              <a:buNone/>
              <a:defRPr sz="2520"/>
            </a:lvl3pPr>
            <a:lvl4pPr marL="1439906" indent="0">
              <a:buNone/>
              <a:defRPr sz="2100"/>
            </a:lvl4pPr>
            <a:lvl5pPr marL="1919874" indent="0">
              <a:buNone/>
              <a:defRPr sz="2100"/>
            </a:lvl5pPr>
            <a:lvl6pPr marL="2399843" indent="0">
              <a:buNone/>
              <a:defRPr sz="2100"/>
            </a:lvl6pPr>
            <a:lvl7pPr marL="2879811" indent="0">
              <a:buNone/>
              <a:defRPr sz="2100"/>
            </a:lvl7pPr>
            <a:lvl8pPr marL="3359780" indent="0">
              <a:buNone/>
              <a:defRPr sz="2100"/>
            </a:lvl8pPr>
            <a:lvl9pPr marL="3839748" indent="0">
              <a:buNone/>
              <a:defRPr sz="21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159794"/>
            <a:ext cx="4644443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1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329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383297"/>
            <a:ext cx="3105046" cy="61010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383297"/>
            <a:ext cx="9135135" cy="61010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998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383297"/>
            <a:ext cx="12420184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1916484"/>
            <a:ext cx="12420184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6672697"/>
            <a:ext cx="3240048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7401E-E5C6-4ADA-88C9-F7478DD83A36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6672697"/>
            <a:ext cx="4860072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6672697"/>
            <a:ext cx="3240048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76263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59937" rtl="0" eaLnBrk="1" latinLnBrk="0" hangingPunct="1">
        <a:lnSpc>
          <a:spcPct val="90000"/>
        </a:lnSpc>
        <a:spcBef>
          <a:spcPct val="0"/>
        </a:spcBef>
        <a:buNone/>
        <a:defRPr sz="461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9984" indent="-239984" algn="l" defTabSz="95993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39" kern="1200">
          <a:solidFill>
            <a:schemeClr val="tx1"/>
          </a:solidFill>
          <a:latin typeface="+mn-lt"/>
          <a:ea typeface="+mn-ea"/>
          <a:cs typeface="+mn-cs"/>
        </a:defRPr>
      </a:lvl1pPr>
      <a:lvl2pPr marL="71995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199921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79890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59859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39827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19796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599764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7973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79969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59937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39906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19874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399843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79811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5978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39748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hyperlink" Target="https://fabacademy.org/archives/2015/doc/electronics_design_eagle.html" TargetMode="External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8" Type="http://schemas.openxmlformats.org/officeDocument/2006/relationships/image" Target="../media/image55.png"/><Relationship Id="rId5" Type="http://schemas.openxmlformats.org/officeDocument/2006/relationships/image" Target="../media/image4.png"/><Relationship Id="rId61" Type="http://schemas.openxmlformats.org/officeDocument/2006/relationships/slide" Target="slide2.xml"/><Relationship Id="rId19" Type="http://schemas.openxmlformats.org/officeDocument/2006/relationships/image" Target="../media/image1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7.png"/><Relationship Id="rId51" Type="http://schemas.openxmlformats.org/officeDocument/2006/relationships/image" Target="../media/image48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46" Type="http://schemas.openxmlformats.org/officeDocument/2006/relationships/image" Target="../media/image43.png"/><Relationship Id="rId59" Type="http://schemas.openxmlformats.org/officeDocument/2006/relationships/image" Target="../media/image56.png"/><Relationship Id="rId20" Type="http://schemas.openxmlformats.org/officeDocument/2006/relationships/image" Target="../media/image18.png"/><Relationship Id="rId41" Type="http://schemas.openxmlformats.org/officeDocument/2006/relationships/image" Target="../media/image38.png"/><Relationship Id="rId54" Type="http://schemas.openxmlformats.org/officeDocument/2006/relationships/image" Target="../media/image51.png"/><Relationship Id="rId6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6.png"/><Relationship Id="rId57" Type="http://schemas.openxmlformats.org/officeDocument/2006/relationships/image" Target="../media/image54.png"/><Relationship Id="rId10" Type="http://schemas.openxmlformats.org/officeDocument/2006/relationships/image" Target="../media/image8.png"/><Relationship Id="rId31" Type="http://schemas.openxmlformats.org/officeDocument/2006/relationships/image" Target="../media/image29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60" Type="http://schemas.openxmlformats.org/officeDocument/2006/relationships/image" Target="../media/image57.png"/><Relationship Id="rId4" Type="http://schemas.openxmlformats.org/officeDocument/2006/relationships/image" Target="../media/image3.png"/><Relationship Id="rId9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1B1EC2B-9A33-98FE-29A5-D8AB84CB1A71}"/>
              </a:ext>
            </a:extLst>
          </p:cNvPr>
          <p:cNvSpPr/>
          <p:nvPr/>
        </p:nvSpPr>
        <p:spPr>
          <a:xfrm>
            <a:off x="3214650" y="2917772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69F0F2-29EA-DC87-457D-D17B712212C1}"/>
              </a:ext>
            </a:extLst>
          </p:cNvPr>
          <p:cNvSpPr/>
          <p:nvPr/>
        </p:nvSpPr>
        <p:spPr>
          <a:xfrm>
            <a:off x="2701678" y="3412723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/>
              <p:nvPr/>
            </p:nvSpPr>
            <p:spPr>
              <a:xfrm>
                <a:off x="4070670" y="3304087"/>
                <a:ext cx="666750" cy="315383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670" y="3304087"/>
                <a:ext cx="666750" cy="315383"/>
              </a:xfrm>
              <a:prstGeom prst="roundRect">
                <a:avLst/>
              </a:prstGeom>
              <a:blipFill>
                <a:blip r:embed="rId2"/>
                <a:stretch>
                  <a:fillRect t="-10909" b="-10909"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251C0D3C-0074-0CD8-CCC4-45001C732174}"/>
              </a:ext>
            </a:extLst>
          </p:cNvPr>
          <p:cNvGrpSpPr/>
          <p:nvPr/>
        </p:nvGrpSpPr>
        <p:grpSpPr>
          <a:xfrm>
            <a:off x="4997505" y="3800362"/>
            <a:ext cx="2000250" cy="634471"/>
            <a:chOff x="12807156" y="7779359"/>
            <a:chExt cx="6000750" cy="19034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/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/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(Back EMF Feedforward)</a:t>
                  </a:r>
                </a:p>
              </p:txBody>
            </p:sp>
          </mc:Choice>
          <mc:Fallback xmlns="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/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q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2B3EE60-B805-5F8F-D426-575D8CD645C4}"/>
                </a:ext>
              </a:extLst>
            </p:cNvPr>
            <p:cNvSpPr/>
            <p:nvPr/>
          </p:nvSpPr>
          <p:spPr>
            <a:xfrm>
              <a:off x="15664656" y="7936521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B77834-7002-69B6-FA65-3C295452A355}"/>
                </a:ext>
              </a:extLst>
            </p:cNvPr>
            <p:cNvCxnSpPr>
              <a:stCxn id="11" idx="3"/>
              <a:endCxn id="22" idx="2"/>
            </p:cNvCxnSpPr>
            <p:nvPr/>
          </p:nvCxnSpPr>
          <p:spPr>
            <a:xfrm flipV="1">
              <a:off x="14807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51B5F8C-B5F7-3B95-9E59-AD94428C0BB2}"/>
                </a:ext>
              </a:extLst>
            </p:cNvPr>
            <p:cNvCxnSpPr>
              <a:stCxn id="14" idx="1"/>
              <a:endCxn id="22" idx="6"/>
            </p:cNvCxnSpPr>
            <p:nvPr/>
          </p:nvCxnSpPr>
          <p:spPr>
            <a:xfrm flipH="1" flipV="1">
              <a:off x="15950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B7765DD-84D2-DDA6-2235-FEF8181B9AB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5378906" y="865407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2100E7-3E80-050D-C9FF-C2D32132132B}"/>
                </a:ext>
              </a:extLst>
            </p:cNvPr>
            <p:cNvSpPr txBox="1"/>
            <p:nvPr/>
          </p:nvSpPr>
          <p:spPr>
            <a:xfrm>
              <a:off x="15407901" y="7802396"/>
              <a:ext cx="635751" cy="461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" dirty="0"/>
                <a:t>+</a:t>
              </a:r>
              <a:endParaRPr lang="en-CA" sz="933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059A89-8575-966A-D743-49D2A33FBE39}"/>
                </a:ext>
              </a:extLst>
            </p:cNvPr>
            <p:cNvSpPr txBox="1"/>
            <p:nvPr/>
          </p:nvSpPr>
          <p:spPr>
            <a:xfrm>
              <a:off x="15950406" y="8102435"/>
              <a:ext cx="635751" cy="461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" dirty="0"/>
                <a:t>+</a:t>
              </a:r>
              <a:endParaRPr lang="en-CA" sz="933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86C0DC-BE5D-E1A6-8CF5-6234E8BE8454}"/>
                </a:ext>
              </a:extLst>
            </p:cNvPr>
            <p:cNvSpPr txBox="1"/>
            <p:nvPr/>
          </p:nvSpPr>
          <p:spPr>
            <a:xfrm>
              <a:off x="15531447" y="8222270"/>
              <a:ext cx="635751" cy="461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" dirty="0"/>
                <a:t>+</a:t>
              </a:r>
              <a:endParaRPr lang="en-CA" sz="933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BA5731D-771A-E3E5-2C06-D21B20E31BA0}"/>
              </a:ext>
            </a:extLst>
          </p:cNvPr>
          <p:cNvGrpSpPr/>
          <p:nvPr/>
        </p:nvGrpSpPr>
        <p:grpSpPr>
          <a:xfrm>
            <a:off x="4997505" y="2407531"/>
            <a:ext cx="2000250" cy="274510"/>
            <a:chOff x="12705556" y="5385291"/>
            <a:chExt cx="6000750" cy="8235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/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/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6E8DD6-2304-ACA4-F41F-D7472CCF9F3F}"/>
                </a:ext>
              </a:extLst>
            </p:cNvPr>
            <p:cNvSpPr/>
            <p:nvPr/>
          </p:nvSpPr>
          <p:spPr>
            <a:xfrm>
              <a:off x="15563056" y="5599906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6468CE-0A8F-9FC2-FCAA-30BEFB722B38}"/>
                </a:ext>
              </a:extLst>
            </p:cNvPr>
            <p:cNvCxnSpPr>
              <a:stCxn id="9" idx="3"/>
              <a:endCxn id="15" idx="2"/>
            </p:cNvCxnSpPr>
            <p:nvPr/>
          </p:nvCxnSpPr>
          <p:spPr>
            <a:xfrm flipV="1">
              <a:off x="14705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05BD82F-86CE-0393-5B5E-0B1C1C87763D}"/>
                </a:ext>
              </a:extLst>
            </p:cNvPr>
            <p:cNvCxnSpPr>
              <a:stCxn id="10" idx="1"/>
              <a:endCxn id="15" idx="6"/>
            </p:cNvCxnSpPr>
            <p:nvPr/>
          </p:nvCxnSpPr>
          <p:spPr>
            <a:xfrm flipH="1" flipV="1">
              <a:off x="15848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AB35D2B-BAB3-643A-FB75-CB06F3316D76}"/>
                </a:ext>
              </a:extLst>
            </p:cNvPr>
            <p:cNvSpPr txBox="1"/>
            <p:nvPr/>
          </p:nvSpPr>
          <p:spPr>
            <a:xfrm>
              <a:off x="15306301" y="5385291"/>
              <a:ext cx="626133" cy="461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" dirty="0"/>
                <a:t>_</a:t>
              </a:r>
              <a:endParaRPr lang="en-CA" sz="933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DF4FAE0-F0D6-F5CE-BDBE-5B08162D619F}"/>
                </a:ext>
              </a:extLst>
            </p:cNvPr>
            <p:cNvSpPr txBox="1"/>
            <p:nvPr/>
          </p:nvSpPr>
          <p:spPr>
            <a:xfrm>
              <a:off x="15839140" y="5747157"/>
              <a:ext cx="635751" cy="461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" dirty="0"/>
                <a:t>+</a:t>
              </a:r>
              <a:endParaRPr lang="en-CA" sz="933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/>
              <p:nvPr/>
            </p:nvSpPr>
            <p:spPr>
              <a:xfrm>
                <a:off x="4070670" y="2807597"/>
                <a:ext cx="666750" cy="3156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670" y="2807597"/>
                <a:ext cx="666750" cy="315600"/>
              </a:xfrm>
              <a:prstGeom prst="roundRect">
                <a:avLst/>
              </a:prstGeom>
              <a:blipFill>
                <a:blip r:embed="rId9"/>
                <a:stretch>
                  <a:fillRect t="-11111" b="-11111"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08F68F7-5D7A-FCCC-78C5-301A641491AF}"/>
              </a:ext>
            </a:extLst>
          </p:cNvPr>
          <p:cNvCxnSpPr>
            <a:stCxn id="5" idx="6"/>
            <a:endCxn id="37" idx="1"/>
          </p:cNvCxnSpPr>
          <p:nvPr/>
        </p:nvCxnSpPr>
        <p:spPr>
          <a:xfrm>
            <a:off x="3309901" y="2965397"/>
            <a:ext cx="76077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6BE2F4C-E009-A9C7-3BF3-B9C1AD40E63A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2796929" y="3460348"/>
            <a:ext cx="1273742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84711CE-03CF-431D-90B5-F0D6A76B5243}"/>
              </a:ext>
            </a:extLst>
          </p:cNvPr>
          <p:cNvSpPr/>
          <p:nvPr/>
        </p:nvSpPr>
        <p:spPr>
          <a:xfrm>
            <a:off x="5953227" y="3414041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EF28B0-0666-13F1-943C-75DC7EDA0DC8}"/>
              </a:ext>
            </a:extLst>
          </p:cNvPr>
          <p:cNvSpPr txBox="1"/>
          <p:nvPr/>
        </p:nvSpPr>
        <p:spPr>
          <a:xfrm>
            <a:off x="5867642" y="3362774"/>
            <a:ext cx="211917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+</a:t>
            </a:r>
            <a:endParaRPr lang="en-CA" sz="933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81757A-D4A9-1234-7B46-33105EC09528}"/>
              </a:ext>
            </a:extLst>
          </p:cNvPr>
          <p:cNvSpPr txBox="1"/>
          <p:nvPr/>
        </p:nvSpPr>
        <p:spPr>
          <a:xfrm>
            <a:off x="5908824" y="3502732"/>
            <a:ext cx="211917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+</a:t>
            </a:r>
            <a:endParaRPr lang="en-CA" sz="933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2D0C3F5-0A51-78A2-FEC1-FBA91F5F50AC}"/>
              </a:ext>
            </a:extLst>
          </p:cNvPr>
          <p:cNvCxnSpPr>
            <a:stCxn id="8" idx="3"/>
            <a:endCxn id="62" idx="2"/>
          </p:cNvCxnSpPr>
          <p:nvPr/>
        </p:nvCxnSpPr>
        <p:spPr>
          <a:xfrm flipV="1">
            <a:off x="4737421" y="3461667"/>
            <a:ext cx="1215807" cy="11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A87741A-1B11-56E8-479F-D4D637A1BE3E}"/>
              </a:ext>
            </a:extLst>
          </p:cNvPr>
          <p:cNvCxnSpPr>
            <a:stCxn id="22" idx="0"/>
            <a:endCxn id="62" idx="4"/>
          </p:cNvCxnSpPr>
          <p:nvPr/>
        </p:nvCxnSpPr>
        <p:spPr>
          <a:xfrm flipV="1">
            <a:off x="5997631" y="3509292"/>
            <a:ext cx="3222" cy="34345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D98D178-E890-CEC4-F1B8-0A293090B907}"/>
              </a:ext>
            </a:extLst>
          </p:cNvPr>
          <p:cNvSpPr/>
          <p:nvPr/>
        </p:nvSpPr>
        <p:spPr>
          <a:xfrm>
            <a:off x="5950005" y="2918359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7620C99-968C-A9DD-4E51-E5D0AB43B6CB}"/>
              </a:ext>
            </a:extLst>
          </p:cNvPr>
          <p:cNvGrpSpPr/>
          <p:nvPr/>
        </p:nvGrpSpPr>
        <p:grpSpPr>
          <a:xfrm rot="5400000">
            <a:off x="5857238" y="2761830"/>
            <a:ext cx="253099" cy="293846"/>
            <a:chOff x="16374366" y="5272821"/>
            <a:chExt cx="759297" cy="881536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F10A811-C916-C1B7-8F86-E8C58CA42954}"/>
                </a:ext>
              </a:extLst>
            </p:cNvPr>
            <p:cNvSpPr txBox="1"/>
            <p:nvPr/>
          </p:nvSpPr>
          <p:spPr>
            <a:xfrm>
              <a:off x="16374366" y="5272821"/>
              <a:ext cx="635751" cy="461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" dirty="0"/>
                <a:t>+</a:t>
              </a:r>
              <a:endParaRPr lang="en-CA" sz="933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FD102BA-6CE4-F21A-FDEB-6F498DFB0B40}"/>
                </a:ext>
              </a:extLst>
            </p:cNvPr>
            <p:cNvSpPr txBox="1"/>
            <p:nvPr/>
          </p:nvSpPr>
          <p:spPr>
            <a:xfrm>
              <a:off x="16497912" y="5692694"/>
              <a:ext cx="635751" cy="461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" dirty="0"/>
                <a:t>+</a:t>
              </a:r>
              <a:endParaRPr lang="en-CA" sz="933" dirty="0"/>
            </a:p>
          </p:txBody>
        </p:sp>
      </p:grp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FCCD247-E641-CE21-4D09-50B717AA506F}"/>
              </a:ext>
            </a:extLst>
          </p:cNvPr>
          <p:cNvCxnSpPr>
            <a:stCxn id="37" idx="3"/>
            <a:endCxn id="76" idx="2"/>
          </p:cNvCxnSpPr>
          <p:nvPr/>
        </p:nvCxnSpPr>
        <p:spPr>
          <a:xfrm>
            <a:off x="4737420" y="2965397"/>
            <a:ext cx="1212585" cy="58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C2BCE3-AD1E-E9F9-8299-FDEEAA6DDE4B}"/>
              </a:ext>
            </a:extLst>
          </p:cNvPr>
          <p:cNvCxnSpPr>
            <a:stCxn id="15" idx="4"/>
            <a:endCxn id="76" idx="0"/>
          </p:cNvCxnSpPr>
          <p:nvPr/>
        </p:nvCxnSpPr>
        <p:spPr>
          <a:xfrm>
            <a:off x="5997630" y="2574320"/>
            <a:ext cx="0" cy="34403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/>
              <p:nvPr/>
            </p:nvSpPr>
            <p:spPr>
              <a:xfrm>
                <a:off x="3446868" y="2839477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868" y="2839477"/>
                <a:ext cx="304800" cy="1249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/>
              <p:nvPr/>
            </p:nvSpPr>
            <p:spPr>
              <a:xfrm>
                <a:off x="3446868" y="3328137"/>
                <a:ext cx="304800" cy="127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12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868" y="3328137"/>
                <a:ext cx="304800" cy="1275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A5CBC7A-115F-A234-6875-7399E9941E09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2231061" y="2965397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/>
              <p:nvPr/>
            </p:nvSpPr>
            <p:spPr>
              <a:xfrm>
                <a:off x="2320403" y="2842580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403" y="2842580"/>
                <a:ext cx="304800" cy="12497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/>
              <p:nvPr/>
            </p:nvSpPr>
            <p:spPr>
              <a:xfrm>
                <a:off x="2320403" y="3332055"/>
                <a:ext cx="304800" cy="127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12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403" y="3332055"/>
                <a:ext cx="304800" cy="12753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6DBF0A5-B17E-1D6F-F05C-5DC7FA824471}"/>
              </a:ext>
            </a:extLst>
          </p:cNvPr>
          <p:cNvCxnSpPr>
            <a:cxnSpLocks/>
          </p:cNvCxnSpPr>
          <p:nvPr/>
        </p:nvCxnSpPr>
        <p:spPr>
          <a:xfrm flipH="1" flipV="1">
            <a:off x="2231061" y="3458201"/>
            <a:ext cx="466325" cy="2551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E276FAD-A782-E56D-7AC5-CCA5233A7EAC}"/>
              </a:ext>
            </a:extLst>
          </p:cNvPr>
          <p:cNvSpPr txBox="1"/>
          <p:nvPr/>
        </p:nvSpPr>
        <p:spPr>
          <a:xfrm>
            <a:off x="3129718" y="2868739"/>
            <a:ext cx="211917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+</a:t>
            </a:r>
            <a:endParaRPr lang="en-CA" sz="933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BE19CC2-2D1C-9846-8F7F-ABD6FEE7D5BF}"/>
              </a:ext>
            </a:extLst>
          </p:cNvPr>
          <p:cNvSpPr txBox="1"/>
          <p:nvPr/>
        </p:nvSpPr>
        <p:spPr>
          <a:xfrm>
            <a:off x="2616965" y="3363039"/>
            <a:ext cx="211917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+</a:t>
            </a:r>
            <a:endParaRPr lang="en-CA" sz="933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/>
              <p:nvPr/>
            </p:nvSpPr>
            <p:spPr>
              <a:xfrm>
                <a:off x="4826530" y="2836302"/>
                <a:ext cx="304800" cy="1261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530" y="2836302"/>
                <a:ext cx="304800" cy="12612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/>
              <p:nvPr/>
            </p:nvSpPr>
            <p:spPr>
              <a:xfrm>
                <a:off x="4826530" y="3328136"/>
                <a:ext cx="304800" cy="127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530" y="3328136"/>
                <a:ext cx="304800" cy="12715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/>
              <p:nvPr/>
            </p:nvSpPr>
            <p:spPr>
              <a:xfrm>
                <a:off x="7264284" y="2782098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533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533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284" y="2782098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/>
              <p:nvPr/>
            </p:nvSpPr>
            <p:spPr>
              <a:xfrm>
                <a:off x="7377701" y="3968051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7701" y="3968051"/>
                <a:ext cx="488779" cy="239970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F38779F-E65A-8A52-73BE-7515A7163088}"/>
              </a:ext>
            </a:extLst>
          </p:cNvPr>
          <p:cNvCxnSpPr>
            <a:stCxn id="106" idx="0"/>
            <a:endCxn id="101" idx="2"/>
          </p:cNvCxnSpPr>
          <p:nvPr/>
        </p:nvCxnSpPr>
        <p:spPr>
          <a:xfrm flipV="1">
            <a:off x="7622091" y="3646322"/>
            <a:ext cx="0" cy="32173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/>
              <p:nvPr/>
            </p:nvSpPr>
            <p:spPr>
              <a:xfrm>
                <a:off x="6144804" y="2840750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4804" y="2840750"/>
                <a:ext cx="304800" cy="1249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/>
              <p:nvPr/>
            </p:nvSpPr>
            <p:spPr>
              <a:xfrm>
                <a:off x="6144804" y="3329409"/>
                <a:ext cx="304800" cy="127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4804" y="3329409"/>
                <a:ext cx="304800" cy="12715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/>
              <p:nvPr/>
            </p:nvSpPr>
            <p:spPr>
              <a:xfrm>
                <a:off x="8376522" y="2782098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522" y="2782098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 r="-8333" b="-18621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AC7D5A65-68E4-8A21-771D-547F64C8FB00}"/>
              </a:ext>
            </a:extLst>
          </p:cNvPr>
          <p:cNvCxnSpPr>
            <a:stCxn id="76" idx="6"/>
          </p:cNvCxnSpPr>
          <p:nvPr/>
        </p:nvCxnSpPr>
        <p:spPr>
          <a:xfrm>
            <a:off x="6045255" y="2965984"/>
            <a:ext cx="1219029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7F927D1-A624-DC08-16EF-45FF808110D1}"/>
              </a:ext>
            </a:extLst>
          </p:cNvPr>
          <p:cNvCxnSpPr>
            <a:stCxn id="62" idx="6"/>
          </p:cNvCxnSpPr>
          <p:nvPr/>
        </p:nvCxnSpPr>
        <p:spPr>
          <a:xfrm>
            <a:off x="6048478" y="3461666"/>
            <a:ext cx="1215807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187668D-54A8-FFBA-1326-B9B11341D5F5}"/>
              </a:ext>
            </a:extLst>
          </p:cNvPr>
          <p:cNvCxnSpPr>
            <a:cxnSpLocks/>
          </p:cNvCxnSpPr>
          <p:nvPr/>
        </p:nvCxnSpPr>
        <p:spPr>
          <a:xfrm>
            <a:off x="7979897" y="296656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591353C-9B11-A147-3A77-1E09A0B34377}"/>
              </a:ext>
            </a:extLst>
          </p:cNvPr>
          <p:cNvCxnSpPr>
            <a:cxnSpLocks/>
          </p:cNvCxnSpPr>
          <p:nvPr/>
        </p:nvCxnSpPr>
        <p:spPr>
          <a:xfrm>
            <a:off x="7979897" y="3477079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/>
              <p:nvPr/>
            </p:nvSpPr>
            <p:spPr>
              <a:xfrm>
                <a:off x="8025810" y="2837914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12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5810" y="2837914"/>
                <a:ext cx="304800" cy="124971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/>
              <p:nvPr/>
            </p:nvSpPr>
            <p:spPr>
              <a:xfrm>
                <a:off x="8025810" y="3338849"/>
                <a:ext cx="304800" cy="1290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5810" y="3338849"/>
                <a:ext cx="304800" cy="1290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B58B85B-046F-5281-9410-639D7482345B}"/>
              </a:ext>
            </a:extLst>
          </p:cNvPr>
          <p:cNvSpPr/>
          <p:nvPr/>
        </p:nvSpPr>
        <p:spPr>
          <a:xfrm>
            <a:off x="9488760" y="2782098"/>
            <a:ext cx="715613" cy="864223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12E1978-9AB6-D8B3-0901-ED47183B9740}"/>
              </a:ext>
            </a:extLst>
          </p:cNvPr>
          <p:cNvCxnSpPr>
            <a:cxnSpLocks/>
          </p:cNvCxnSpPr>
          <p:nvPr/>
        </p:nvCxnSpPr>
        <p:spPr>
          <a:xfrm>
            <a:off x="9092135" y="2964759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597DAB-8EF2-6304-35EA-631840887BA1}"/>
              </a:ext>
            </a:extLst>
          </p:cNvPr>
          <p:cNvCxnSpPr>
            <a:cxnSpLocks/>
          </p:cNvCxnSpPr>
          <p:nvPr/>
        </p:nvCxnSpPr>
        <p:spPr>
          <a:xfrm>
            <a:off x="9092135" y="3479370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BAC8F77-8C57-7FA8-F018-E3C939469C09}"/>
              </a:ext>
            </a:extLst>
          </p:cNvPr>
          <p:cNvCxnSpPr>
            <a:cxnSpLocks/>
            <a:stCxn id="114" idx="3"/>
            <a:endCxn id="20" idx="1"/>
          </p:cNvCxnSpPr>
          <p:nvPr/>
        </p:nvCxnSpPr>
        <p:spPr>
          <a:xfrm>
            <a:off x="9092135" y="3214209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/>
              <p:nvPr/>
            </p:nvSpPr>
            <p:spPr>
              <a:xfrm>
                <a:off x="9138048" y="2837317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212" i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8048" y="2837317"/>
                <a:ext cx="304800" cy="124971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/>
              <p:nvPr/>
            </p:nvSpPr>
            <p:spPr>
              <a:xfrm>
                <a:off x="9138048" y="3350344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8048" y="3350344"/>
                <a:ext cx="304800" cy="124971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/>
              <p:nvPr/>
            </p:nvSpPr>
            <p:spPr>
              <a:xfrm>
                <a:off x="9138048" y="3086458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8048" y="3086458"/>
                <a:ext cx="304800" cy="124971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1008A5F1-9DC8-6F2B-A1D4-1D0437E48EE2}"/>
              </a:ext>
            </a:extLst>
          </p:cNvPr>
          <p:cNvGrpSpPr/>
          <p:nvPr/>
        </p:nvGrpSpPr>
        <p:grpSpPr>
          <a:xfrm>
            <a:off x="10600998" y="2782098"/>
            <a:ext cx="715613" cy="864223"/>
            <a:chOff x="30365785" y="3178059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B7A088C6-7457-3804-7502-C075B4C19C56}"/>
                </a:ext>
              </a:extLst>
            </p:cNvPr>
            <p:cNvSpPr/>
            <p:nvPr/>
          </p:nvSpPr>
          <p:spPr>
            <a:xfrm>
              <a:off x="30365785" y="3178059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BBCCE05-394F-45FD-75EE-97E0E9A3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53772" y="4342124"/>
              <a:ext cx="1770866" cy="1180577"/>
            </a:xfrm>
            <a:prstGeom prst="rect">
              <a:avLst/>
            </a:prstGeom>
            <a:grpFill/>
            <a:ln>
              <a:noFill/>
            </a:ln>
          </p:spPr>
        </p:pic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845978-4B1F-A8F1-F3E6-B1A91F881096}"/>
              </a:ext>
            </a:extLst>
          </p:cNvPr>
          <p:cNvCxnSpPr>
            <a:cxnSpLocks/>
          </p:cNvCxnSpPr>
          <p:nvPr/>
        </p:nvCxnSpPr>
        <p:spPr>
          <a:xfrm>
            <a:off x="10204373" y="2966919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9A02C0C-9199-9D10-414A-278F87BDCFEF}"/>
              </a:ext>
            </a:extLst>
          </p:cNvPr>
          <p:cNvCxnSpPr>
            <a:cxnSpLocks/>
          </p:cNvCxnSpPr>
          <p:nvPr/>
        </p:nvCxnSpPr>
        <p:spPr>
          <a:xfrm>
            <a:off x="10204373" y="3481530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609448-E8D5-3AFE-AFBA-F54A6A060F42}"/>
              </a:ext>
            </a:extLst>
          </p:cNvPr>
          <p:cNvCxnSpPr>
            <a:cxnSpLocks/>
          </p:cNvCxnSpPr>
          <p:nvPr/>
        </p:nvCxnSpPr>
        <p:spPr>
          <a:xfrm>
            <a:off x="10204373" y="3216369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/>
              <p:nvPr/>
            </p:nvSpPr>
            <p:spPr>
              <a:xfrm>
                <a:off x="10250286" y="2839477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212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0286" y="2839477"/>
                <a:ext cx="304800" cy="12497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/>
              <p:nvPr/>
            </p:nvSpPr>
            <p:spPr>
              <a:xfrm>
                <a:off x="10250286" y="3355492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212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0286" y="3355492"/>
                <a:ext cx="304800" cy="124971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/>
              <p:nvPr/>
            </p:nvSpPr>
            <p:spPr>
              <a:xfrm>
                <a:off x="10250286" y="3091606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212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0286" y="3091606"/>
                <a:ext cx="304800" cy="12497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Oval 63">
            <a:extLst>
              <a:ext uri="{FF2B5EF4-FFF2-40B4-BE49-F238E27FC236}">
                <a16:creationId xmlns:a16="http://schemas.microsoft.com/office/drawing/2014/main" id="{5AE4D647-12E4-63B8-8E23-4C628E3450ED}"/>
              </a:ext>
            </a:extLst>
          </p:cNvPr>
          <p:cNvSpPr/>
          <p:nvPr/>
        </p:nvSpPr>
        <p:spPr>
          <a:xfrm>
            <a:off x="12021125" y="2914769"/>
            <a:ext cx="600000" cy="6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12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A4B63F9-D1EB-7D7D-ABC5-17F93A4E9D98}"/>
              </a:ext>
            </a:extLst>
          </p:cNvPr>
          <p:cNvCxnSpPr>
            <a:cxnSpLocks/>
            <a:stCxn id="52" idx="3"/>
            <a:endCxn id="64" idx="2"/>
          </p:cNvCxnSpPr>
          <p:nvPr/>
        </p:nvCxnSpPr>
        <p:spPr>
          <a:xfrm>
            <a:off x="11316612" y="3214209"/>
            <a:ext cx="704514" cy="56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0C5D629-2D38-D184-939E-7CB9A636A69D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1316612" y="3002637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F08B01C-010F-F850-9850-B0CC78BAB335}"/>
              </a:ext>
            </a:extLst>
          </p:cNvPr>
          <p:cNvCxnSpPr>
            <a:cxnSpLocks/>
            <a:endCxn id="64" idx="3"/>
          </p:cNvCxnSpPr>
          <p:nvPr/>
        </p:nvCxnSpPr>
        <p:spPr>
          <a:xfrm>
            <a:off x="11316612" y="3426901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2F726A7-D147-EB3E-1612-684D82854525}"/>
              </a:ext>
            </a:extLst>
          </p:cNvPr>
          <p:cNvSpPr/>
          <p:nvPr/>
        </p:nvSpPr>
        <p:spPr>
          <a:xfrm>
            <a:off x="12076736" y="3533785"/>
            <a:ext cx="488779" cy="2399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/>
              <p:nvPr/>
            </p:nvSpPr>
            <p:spPr>
              <a:xfrm>
                <a:off x="12076736" y="3921477"/>
                <a:ext cx="488779" cy="23997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6736" y="3921477"/>
                <a:ext cx="488779" cy="239970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/>
              <p:nvPr/>
            </p:nvSpPr>
            <p:spPr>
              <a:xfrm>
                <a:off x="11673810" y="4309169"/>
                <a:ext cx="488779" cy="35040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3810" y="4309169"/>
                <a:ext cx="488779" cy="350400"/>
              </a:xfrm>
              <a:prstGeom prst="roundRect">
                <a:avLst/>
              </a:prstGeom>
              <a:blipFill>
                <a:blip r:embed="rId31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5B1CBAF2-7670-350E-8F9C-CB8DA1EBFB00}"/>
              </a:ext>
            </a:extLst>
          </p:cNvPr>
          <p:cNvCxnSpPr>
            <a:stCxn id="85" idx="2"/>
            <a:endCxn id="86" idx="0"/>
          </p:cNvCxnSpPr>
          <p:nvPr/>
        </p:nvCxnSpPr>
        <p:spPr>
          <a:xfrm>
            <a:off x="12321125" y="3773755"/>
            <a:ext cx="0" cy="1477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/>
              <p:nvPr/>
            </p:nvSpPr>
            <p:spPr>
              <a:xfrm>
                <a:off x="10527211" y="4421403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211" y="4421403"/>
                <a:ext cx="304800" cy="124971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/>
              <p:nvPr/>
            </p:nvSpPr>
            <p:spPr>
              <a:xfrm>
                <a:off x="11516468" y="3297466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16468" y="3297466"/>
                <a:ext cx="304800" cy="124971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/>
              <p:nvPr/>
            </p:nvSpPr>
            <p:spPr>
              <a:xfrm>
                <a:off x="11516468" y="3084381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16468" y="3084381"/>
                <a:ext cx="304800" cy="124971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EBBA4C77-7579-6F63-CB0E-DEE4FDA2A136}"/>
              </a:ext>
            </a:extLst>
          </p:cNvPr>
          <p:cNvSpPr/>
          <p:nvPr/>
        </p:nvSpPr>
        <p:spPr>
          <a:xfrm>
            <a:off x="10600998" y="5189107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Shunt Resistors &amp; Gain Stage</a:t>
            </a:r>
          </a:p>
          <a:p>
            <a:pPr algn="ctr"/>
            <a:r>
              <a:rPr lang="en-US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(Current Sense Amplifier)</a:t>
            </a: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B778CBF-449D-A1BF-6985-3155A040EABE}"/>
              </a:ext>
            </a:extLst>
          </p:cNvPr>
          <p:cNvCxnSpPr>
            <a:cxnSpLocks/>
            <a:stCxn id="52" idx="2"/>
            <a:endCxn id="119" idx="0"/>
          </p:cNvCxnSpPr>
          <p:nvPr/>
        </p:nvCxnSpPr>
        <p:spPr>
          <a:xfrm>
            <a:off x="10958805" y="3646322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0894811-FDAB-DEFE-FAAD-CFB47F04A8CF}"/>
              </a:ext>
            </a:extLst>
          </p:cNvPr>
          <p:cNvCxnSpPr>
            <a:cxnSpLocks/>
          </p:cNvCxnSpPr>
          <p:nvPr/>
        </p:nvCxnSpPr>
        <p:spPr>
          <a:xfrm>
            <a:off x="10745470" y="3646322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E9D65E2-0215-D929-38E8-87676E880F9E}"/>
              </a:ext>
            </a:extLst>
          </p:cNvPr>
          <p:cNvCxnSpPr>
            <a:cxnSpLocks/>
          </p:cNvCxnSpPr>
          <p:nvPr/>
        </p:nvCxnSpPr>
        <p:spPr>
          <a:xfrm>
            <a:off x="11177679" y="3646322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/>
              <p:nvPr/>
            </p:nvSpPr>
            <p:spPr>
              <a:xfrm>
                <a:off x="11516468" y="2876204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16468" y="2876204"/>
                <a:ext cx="304800" cy="12497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/>
              <p:nvPr/>
            </p:nvSpPr>
            <p:spPr>
              <a:xfrm>
                <a:off x="10742399" y="4421403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399" y="4421403"/>
                <a:ext cx="304800" cy="124971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/>
              <p:nvPr/>
            </p:nvSpPr>
            <p:spPr>
              <a:xfrm>
                <a:off x="10967118" y="4421403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7118" y="4421403"/>
                <a:ext cx="304800" cy="12497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5" name="Picture 134">
            <a:extLst>
              <a:ext uri="{FF2B5EF4-FFF2-40B4-BE49-F238E27FC236}">
                <a16:creationId xmlns:a16="http://schemas.microsoft.com/office/drawing/2014/main" id="{CC9643D7-6E71-8AE2-56B8-63E30FF45C0D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9"/>
              </a:ext>
            </a:extLst>
          </a:blip>
          <a:stretch>
            <a:fillRect/>
          </a:stretch>
        </p:blipFill>
        <p:spPr>
          <a:xfrm>
            <a:off x="7490085" y="3594669"/>
            <a:ext cx="44883" cy="9974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753FB3D-F792-BC07-25AD-5A4BF238836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0829793" y="5492729"/>
            <a:ext cx="258024" cy="258024"/>
          </a:xfrm>
          <a:prstGeom prst="rect">
            <a:avLst/>
          </a:prstGeom>
        </p:spPr>
      </p:pic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2DA1112-B45B-2630-EB4D-47A5302AF268}"/>
              </a:ext>
            </a:extLst>
          </p:cNvPr>
          <p:cNvSpPr/>
          <p:nvPr/>
        </p:nvSpPr>
        <p:spPr>
          <a:xfrm>
            <a:off x="9488760" y="5189107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 Aliasing Filter</a:t>
            </a:r>
          </a:p>
          <a:p>
            <a:pPr algn="ctr"/>
            <a:r>
              <a:rPr lang="en-CA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(Low Pass Filter)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F4F8E3C5-8C78-E998-817C-74402495316E}"/>
              </a:ext>
            </a:extLst>
          </p:cNvPr>
          <p:cNvCxnSpPr>
            <a:stCxn id="119" idx="1"/>
            <a:endCxn id="142" idx="3"/>
          </p:cNvCxnSpPr>
          <p:nvPr/>
        </p:nvCxnSpPr>
        <p:spPr>
          <a:xfrm flipH="1">
            <a:off x="10204373" y="5475982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47536FD7-C956-CEF8-D2B3-2256EB1F5185}"/>
              </a:ext>
            </a:extLst>
          </p:cNvPr>
          <p:cNvCxnSpPr>
            <a:cxnSpLocks/>
          </p:cNvCxnSpPr>
          <p:nvPr/>
        </p:nvCxnSpPr>
        <p:spPr>
          <a:xfrm flipH="1">
            <a:off x="10204374" y="531959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C41905F-E132-A0DD-A12B-5AF7B6123B24}"/>
              </a:ext>
            </a:extLst>
          </p:cNvPr>
          <p:cNvCxnSpPr>
            <a:cxnSpLocks/>
          </p:cNvCxnSpPr>
          <p:nvPr/>
        </p:nvCxnSpPr>
        <p:spPr>
          <a:xfrm flipH="1">
            <a:off x="10204374" y="56495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/>
              <p:nvPr/>
            </p:nvSpPr>
            <p:spPr>
              <a:xfrm>
                <a:off x="10250285" y="5194187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0285" y="5194187"/>
                <a:ext cx="304800" cy="124971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/>
              <p:nvPr/>
            </p:nvSpPr>
            <p:spPr>
              <a:xfrm>
                <a:off x="10250285" y="5350755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0285" y="5350755"/>
                <a:ext cx="304800" cy="124971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/>
              <p:nvPr/>
            </p:nvSpPr>
            <p:spPr>
              <a:xfrm>
                <a:off x="10250285" y="5522200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0285" y="5522200"/>
                <a:ext cx="304800" cy="124971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/>
              <p:nvPr/>
            </p:nvSpPr>
            <p:spPr>
              <a:xfrm>
                <a:off x="8376522" y="5205853"/>
                <a:ext cx="715613" cy="573751"/>
              </a:xfrm>
              <a:prstGeom prst="roundRect">
                <a:avLst>
                  <a:gd name="adj" fmla="val 6196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ADC</a:t>
                </a:r>
              </a:p>
              <a:p>
                <a:pPr algn="ctr"/>
                <a:r>
                  <a:rPr lang="en-CA" sz="467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(Sampled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  <m:r>
                      <a:rPr lang="en-CA" sz="467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522" y="5205853"/>
                <a:ext cx="715613" cy="573751"/>
              </a:xfrm>
              <a:prstGeom prst="roundRect">
                <a:avLst>
                  <a:gd name="adj" fmla="val 6196"/>
                </a:avLst>
              </a:prstGeom>
              <a:blipFill>
                <a:blip r:embed="rId44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8413258-3379-6A4F-0BCC-E63B3DFDC8B0}"/>
              </a:ext>
            </a:extLst>
          </p:cNvPr>
          <p:cNvCxnSpPr>
            <a:cxnSpLocks/>
          </p:cNvCxnSpPr>
          <p:nvPr/>
        </p:nvCxnSpPr>
        <p:spPr>
          <a:xfrm flipH="1">
            <a:off x="9088061" y="5475982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2165152-0E2D-B22F-4C03-9DE3E3443224}"/>
              </a:ext>
            </a:extLst>
          </p:cNvPr>
          <p:cNvCxnSpPr>
            <a:cxnSpLocks/>
          </p:cNvCxnSpPr>
          <p:nvPr/>
        </p:nvCxnSpPr>
        <p:spPr>
          <a:xfrm flipH="1">
            <a:off x="9088062" y="531959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E4D019FF-A7CC-6497-1EFF-09C5F33487F4}"/>
              </a:ext>
            </a:extLst>
          </p:cNvPr>
          <p:cNvCxnSpPr>
            <a:cxnSpLocks/>
          </p:cNvCxnSpPr>
          <p:nvPr/>
        </p:nvCxnSpPr>
        <p:spPr>
          <a:xfrm flipH="1">
            <a:off x="9088062" y="56495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/>
              <p:nvPr/>
            </p:nvSpPr>
            <p:spPr>
              <a:xfrm>
                <a:off x="9133973" y="5194187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973" y="5194187"/>
                <a:ext cx="304800" cy="124971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/>
              <p:nvPr/>
            </p:nvSpPr>
            <p:spPr>
              <a:xfrm>
                <a:off x="9133973" y="5350755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973" y="5350755"/>
                <a:ext cx="304800" cy="124971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/>
              <p:nvPr/>
            </p:nvSpPr>
            <p:spPr>
              <a:xfrm>
                <a:off x="9133973" y="5522200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973" y="5522200"/>
                <a:ext cx="304800" cy="124971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/>
              <p:nvPr/>
            </p:nvSpPr>
            <p:spPr>
              <a:xfrm>
                <a:off x="7264284" y="5060804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284" y="5060804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7"/>
                <a:stretch>
                  <a:fillRect r="-14167" b="-8276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/>
              <p:nvPr/>
            </p:nvSpPr>
            <p:spPr>
              <a:xfrm>
                <a:off x="6144804" y="5058688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4804" y="5058688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8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96ADB212-4DBD-F789-BB92-55DF24858B69}"/>
              </a:ext>
            </a:extLst>
          </p:cNvPr>
          <p:cNvCxnSpPr>
            <a:cxnSpLocks/>
          </p:cNvCxnSpPr>
          <p:nvPr/>
        </p:nvCxnSpPr>
        <p:spPr>
          <a:xfrm flipH="1">
            <a:off x="7979898" y="549350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1A6846CF-E1CA-F55F-FEA5-02BBD1332614}"/>
              </a:ext>
            </a:extLst>
          </p:cNvPr>
          <p:cNvCxnSpPr>
            <a:cxnSpLocks/>
          </p:cNvCxnSpPr>
          <p:nvPr/>
        </p:nvCxnSpPr>
        <p:spPr>
          <a:xfrm flipH="1">
            <a:off x="7979898" y="533711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92B2366B-889B-4DDA-42D6-F341349E227E}"/>
              </a:ext>
            </a:extLst>
          </p:cNvPr>
          <p:cNvCxnSpPr>
            <a:cxnSpLocks/>
          </p:cNvCxnSpPr>
          <p:nvPr/>
        </p:nvCxnSpPr>
        <p:spPr>
          <a:xfrm flipH="1">
            <a:off x="7979898" y="566705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/>
              <p:nvPr/>
            </p:nvSpPr>
            <p:spPr>
              <a:xfrm>
                <a:off x="8025810" y="5211709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5810" y="5211709"/>
                <a:ext cx="304800" cy="12497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/>
              <p:nvPr/>
            </p:nvSpPr>
            <p:spPr>
              <a:xfrm>
                <a:off x="8025810" y="5368277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5810" y="5368277"/>
                <a:ext cx="304800" cy="124971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/>
              <p:nvPr/>
            </p:nvSpPr>
            <p:spPr>
              <a:xfrm>
                <a:off x="8025810" y="5539722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5810" y="5539722"/>
                <a:ext cx="304800" cy="124971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45D18CE3-30F8-96A9-9823-F722A8331EBB}"/>
              </a:ext>
            </a:extLst>
          </p:cNvPr>
          <p:cNvCxnSpPr>
            <a:cxnSpLocks/>
          </p:cNvCxnSpPr>
          <p:nvPr/>
        </p:nvCxnSpPr>
        <p:spPr>
          <a:xfrm flipH="1">
            <a:off x="6855036" y="5251130"/>
            <a:ext cx="40867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73392BC-4F21-A3A3-140D-3DCC75E1181B}"/>
              </a:ext>
            </a:extLst>
          </p:cNvPr>
          <p:cNvCxnSpPr>
            <a:cxnSpLocks/>
          </p:cNvCxnSpPr>
          <p:nvPr/>
        </p:nvCxnSpPr>
        <p:spPr>
          <a:xfrm flipH="1">
            <a:off x="6867084" y="5761649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/>
              <p:nvPr/>
            </p:nvSpPr>
            <p:spPr>
              <a:xfrm>
                <a:off x="6907452" y="5125860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12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7452" y="5125860"/>
                <a:ext cx="304800" cy="12497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/>
              <p:nvPr/>
            </p:nvSpPr>
            <p:spPr>
              <a:xfrm>
                <a:off x="6908210" y="5629158"/>
                <a:ext cx="304800" cy="127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12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210" y="5629158"/>
                <a:ext cx="304800" cy="12759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/>
              <p:nvPr/>
            </p:nvSpPr>
            <p:spPr>
              <a:xfrm>
                <a:off x="6259039" y="6238176"/>
                <a:ext cx="488779" cy="23997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9039" y="6238176"/>
                <a:ext cx="488779" cy="239970"/>
              </a:xfrm>
              <a:prstGeom prst="roundRect">
                <a:avLst/>
              </a:prstGeom>
              <a:blipFill>
                <a:blip r:embed="rId5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1690630B-256C-21D2-6095-8C0C1DDB49F6}"/>
              </a:ext>
            </a:extLst>
          </p:cNvPr>
          <p:cNvCxnSpPr>
            <a:stCxn id="217" idx="0"/>
            <a:endCxn id="187" idx="2"/>
          </p:cNvCxnSpPr>
          <p:nvPr/>
        </p:nvCxnSpPr>
        <p:spPr>
          <a:xfrm flipH="1" flipV="1">
            <a:off x="6502611" y="5922912"/>
            <a:ext cx="818" cy="315265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: Elbow 226">
            <a:extLst>
              <a:ext uri="{FF2B5EF4-FFF2-40B4-BE49-F238E27FC236}">
                <a16:creationId xmlns:a16="http://schemas.microsoft.com/office/drawing/2014/main" id="{52C8A790-13BB-477A-6FC2-6C922EA1C74F}"/>
              </a:ext>
            </a:extLst>
          </p:cNvPr>
          <p:cNvCxnSpPr>
            <a:cxnSpLocks/>
            <a:endCxn id="7" idx="4"/>
          </p:cNvCxnSpPr>
          <p:nvPr/>
        </p:nvCxnSpPr>
        <p:spPr>
          <a:xfrm rot="10800000">
            <a:off x="2749303" y="3507973"/>
            <a:ext cx="3384759" cy="225345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6B6820A2-519B-DAB1-C11A-5686E259BFCE}"/>
              </a:ext>
            </a:extLst>
          </p:cNvPr>
          <p:cNvCxnSpPr>
            <a:cxnSpLocks/>
            <a:endCxn id="5" idx="4"/>
          </p:cNvCxnSpPr>
          <p:nvPr/>
        </p:nvCxnSpPr>
        <p:spPr>
          <a:xfrm rot="10800000">
            <a:off x="3262275" y="3013023"/>
            <a:ext cx="2874922" cy="2229393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/>
              <p:nvPr/>
            </p:nvSpPr>
            <p:spPr>
              <a:xfrm>
                <a:off x="5755666" y="5110484"/>
                <a:ext cx="304800" cy="127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212" i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666" y="5110484"/>
                <a:ext cx="304800" cy="127151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/>
              <p:nvPr/>
            </p:nvSpPr>
            <p:spPr>
              <a:xfrm>
                <a:off x="5756424" y="5632531"/>
                <a:ext cx="304800" cy="127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212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21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424" y="5632531"/>
                <a:ext cx="304800" cy="127535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" name="TextBox 241">
            <a:extLst>
              <a:ext uri="{FF2B5EF4-FFF2-40B4-BE49-F238E27FC236}">
                <a16:creationId xmlns:a16="http://schemas.microsoft.com/office/drawing/2014/main" id="{C1C72D86-28AC-0AE7-7175-728507128CBE}"/>
              </a:ext>
            </a:extLst>
          </p:cNvPr>
          <p:cNvSpPr txBox="1"/>
          <p:nvPr/>
        </p:nvSpPr>
        <p:spPr>
          <a:xfrm>
            <a:off x="2768650" y="3497552"/>
            <a:ext cx="202299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-</a:t>
            </a:r>
            <a:endParaRPr lang="en-CA" sz="933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CEDB6FD-6EFC-C660-5B37-D17C0D38F7A3}"/>
              </a:ext>
            </a:extLst>
          </p:cNvPr>
          <p:cNvSpPr txBox="1"/>
          <p:nvPr/>
        </p:nvSpPr>
        <p:spPr>
          <a:xfrm>
            <a:off x="3286753" y="3000536"/>
            <a:ext cx="202299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-</a:t>
            </a:r>
            <a:endParaRPr lang="en-CA" sz="933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/>
              <p:nvPr/>
            </p:nvSpPr>
            <p:spPr>
              <a:xfrm>
                <a:off x="12482240" y="4307752"/>
                <a:ext cx="488779" cy="35041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82240" y="4307752"/>
                <a:ext cx="488779" cy="350412"/>
              </a:xfrm>
              <a:prstGeom prst="roundRect">
                <a:avLst/>
              </a:prstGeom>
              <a:blipFill>
                <a:blip r:embed="rId55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3" name="Connector: Elbow 252">
            <a:extLst>
              <a:ext uri="{FF2B5EF4-FFF2-40B4-BE49-F238E27FC236}">
                <a16:creationId xmlns:a16="http://schemas.microsoft.com/office/drawing/2014/main" id="{50AB69BF-57D7-DB66-D356-8203269FF02B}"/>
              </a:ext>
            </a:extLst>
          </p:cNvPr>
          <p:cNvCxnSpPr>
            <a:stCxn id="86" idx="1"/>
            <a:endCxn id="95" idx="0"/>
          </p:cNvCxnSpPr>
          <p:nvPr/>
        </p:nvCxnSpPr>
        <p:spPr>
          <a:xfrm rot="10800000" flipV="1">
            <a:off x="11918200" y="4041462"/>
            <a:ext cx="158536" cy="2677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3B45CF46-EC46-2A13-A13C-A8B4A537D302}"/>
              </a:ext>
            </a:extLst>
          </p:cNvPr>
          <p:cNvCxnSpPr>
            <a:cxnSpLocks/>
            <a:stCxn id="86" idx="3"/>
          </p:cNvCxnSpPr>
          <p:nvPr/>
        </p:nvCxnSpPr>
        <p:spPr>
          <a:xfrm>
            <a:off x="12565514" y="4041463"/>
            <a:ext cx="158536" cy="26770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/>
              <p:nvPr/>
            </p:nvSpPr>
            <p:spPr>
              <a:xfrm>
                <a:off x="1454102" y="2789547"/>
                <a:ext cx="785805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(Discrete)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67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102" y="2789547"/>
                <a:ext cx="785805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56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/>
              <p:nvPr/>
            </p:nvSpPr>
            <p:spPr>
              <a:xfrm>
                <a:off x="608323" y="3921477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323" y="3921477"/>
                <a:ext cx="488779" cy="239970"/>
              </a:xfrm>
              <a:prstGeom prst="roundRect">
                <a:avLst/>
              </a:prstGeom>
              <a:blipFill>
                <a:blip r:embed="rId57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E5227DA0-B0B7-D39B-5C17-4A2E94E07CBF}"/>
              </a:ext>
            </a:extLst>
          </p:cNvPr>
          <p:cNvSpPr/>
          <p:nvPr/>
        </p:nvSpPr>
        <p:spPr>
          <a:xfrm>
            <a:off x="805026" y="3173256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70D67868-CD95-726A-B878-BD8A2E325BEA}"/>
              </a:ext>
            </a:extLst>
          </p:cNvPr>
          <p:cNvSpPr txBox="1"/>
          <p:nvPr/>
        </p:nvSpPr>
        <p:spPr>
          <a:xfrm>
            <a:off x="720312" y="3123572"/>
            <a:ext cx="211917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+</a:t>
            </a:r>
            <a:endParaRPr lang="en-CA" sz="933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D797FBD-0F76-355A-4CB0-B7640A343944}"/>
              </a:ext>
            </a:extLst>
          </p:cNvPr>
          <p:cNvSpPr txBox="1"/>
          <p:nvPr/>
        </p:nvSpPr>
        <p:spPr>
          <a:xfrm>
            <a:off x="871998" y="3258085"/>
            <a:ext cx="202299" cy="153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" dirty="0"/>
              <a:t>-</a:t>
            </a:r>
            <a:endParaRPr lang="en-CA" sz="933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35FA104B-DDA1-50B9-C38F-4147C82B36E7}"/>
              </a:ext>
            </a:extLst>
          </p:cNvPr>
          <p:cNvCxnSpPr>
            <a:stCxn id="260" idx="6"/>
            <a:endCxn id="256" idx="1"/>
          </p:cNvCxnSpPr>
          <p:nvPr/>
        </p:nvCxnSpPr>
        <p:spPr>
          <a:xfrm>
            <a:off x="900276" y="3220881"/>
            <a:ext cx="553826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9130DEAE-22C5-97BC-982F-EF06722313F2}"/>
              </a:ext>
            </a:extLst>
          </p:cNvPr>
          <p:cNvCxnSpPr>
            <a:stCxn id="257" idx="0"/>
            <a:endCxn id="260" idx="4"/>
          </p:cNvCxnSpPr>
          <p:nvPr/>
        </p:nvCxnSpPr>
        <p:spPr>
          <a:xfrm flipH="1" flipV="1">
            <a:off x="852651" y="3268506"/>
            <a:ext cx="62" cy="65297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/>
              <p:nvPr/>
            </p:nvSpPr>
            <p:spPr>
              <a:xfrm>
                <a:off x="316842" y="3096016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212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42" y="3096016"/>
                <a:ext cx="304800" cy="124971"/>
              </a:xfrm>
              <a:prstGeom prst="rect">
                <a:avLst/>
              </a:prstGeom>
              <a:blipFill>
                <a:blip r:embed="rId5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C172521-E9C9-84CF-65E7-14D91590E044}"/>
              </a:ext>
            </a:extLst>
          </p:cNvPr>
          <p:cNvCxnSpPr>
            <a:cxnSpLocks/>
          </p:cNvCxnSpPr>
          <p:nvPr/>
        </p:nvCxnSpPr>
        <p:spPr>
          <a:xfrm flipH="1">
            <a:off x="353664" y="3221399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/>
              <p:nvPr/>
            </p:nvSpPr>
            <p:spPr>
              <a:xfrm>
                <a:off x="1010373" y="3093259"/>
                <a:ext cx="304800" cy="124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21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212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212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373" y="3093259"/>
                <a:ext cx="304800" cy="124971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283" name="Section Zoom 282">
                <a:extLst>
                  <a:ext uri="{FF2B5EF4-FFF2-40B4-BE49-F238E27FC236}">
                    <a16:creationId xmlns:a16="http://schemas.microsoft.com/office/drawing/2014/main" id="{7A3028CF-12C4-813E-248F-E6C662F4D67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3164243"/>
                  </p:ext>
                </p:extLst>
              </p:nvPr>
            </p:nvGraphicFramePr>
            <p:xfrm>
              <a:off x="12685274" y="3073633"/>
              <a:ext cx="502643" cy="254503"/>
            </p:xfrm>
            <a:graphic>
              <a:graphicData uri="http://schemas.microsoft.com/office/powerpoint/2016/sectionzoom">
                <psez:sectionZm>
                  <psez:sectionZmObj sectionId="{544A990B-92DD-4028-81BF-D535E8024C56}">
                    <psez:zmPr id="{84D54780-EE24-450C-A2AC-3DE47AB783E8}" transitionDur="1000">
                      <p166:blipFill xmlns:p166="http://schemas.microsoft.com/office/powerpoint/2016/6/main">
                        <a:blip r:embed="rId6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02643" cy="254503"/>
                        </a:xfrm>
                        <a:prstGeom prst="rect">
                          <a:avLst/>
                        </a:prstGeom>
                        <a:ln w="3175">
                          <a:noFill/>
                        </a:ln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283" name="Section Zoom 282">
                <a:hlinkClick r:id="rId61" action="ppaction://hlinksldjump"/>
                <a:extLst>
                  <a:ext uri="{FF2B5EF4-FFF2-40B4-BE49-F238E27FC236}">
                    <a16:creationId xmlns:a16="http://schemas.microsoft.com/office/drawing/2014/main" id="{7A3028CF-12C4-813E-248F-E6C662F4D6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2685274" y="3073633"/>
                <a:ext cx="502643" cy="254503"/>
              </a:xfrm>
              <a:prstGeom prst="rect">
                <a:avLst/>
              </a:prstGeom>
              <a:ln w="3175">
                <a:noFill/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6513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7242-4756-E707-C3DB-403ABB52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DQ Model of Permanent Magnet Synchronous Motors (PMSMs)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990071" y="2196571"/>
                <a:ext cx="12420071" cy="53473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0071" y="2196571"/>
                <a:ext cx="12420071" cy="53473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349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275</TotalTime>
  <Words>267</Words>
  <Application>Microsoft Office PowerPoint</Application>
  <PresentationFormat>Custom</PresentationFormat>
  <Paragraphs>149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DQ Model of Permanent Magnet Synchronous Motors (PMSMs)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Jonah St. Hilaire</dc:creator>
  <cp:lastModifiedBy>Jonah St. Hilaire</cp:lastModifiedBy>
  <cp:revision>5</cp:revision>
  <dcterms:created xsi:type="dcterms:W3CDTF">2026-06-12T20:02:55Z</dcterms:created>
  <dcterms:modified xsi:type="dcterms:W3CDTF">2026-09-11T01:11:30Z</dcterms:modified>
</cp:coreProperties>
</file>