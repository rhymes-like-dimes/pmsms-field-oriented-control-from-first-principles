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6"/>
  </p:notesMasterIdLst>
  <p:sldIdLst>
    <p:sldId id="256" r:id="rId2"/>
    <p:sldId id="259" r:id="rId3"/>
    <p:sldId id="260" r:id="rId4"/>
    <p:sldId id="258" r:id="rId5"/>
  </p:sldIdLst>
  <p:sldSz cx="21599525" cy="7164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89588" autoAdjust="0"/>
  </p:normalViewPr>
  <p:slideViewPr>
    <p:cSldViewPr snapToGrid="0">
      <p:cViewPr varScale="1">
        <p:scale>
          <a:sx n="75" d="100"/>
          <a:sy n="75" d="100"/>
        </p:scale>
        <p:origin x="7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h St. Hilaire" userId="9d0a7af2-d0bd-4748-b50b-5cc37e0fdaa3" providerId="ADAL" clId="{58AAB240-BB3C-43BA-87E9-80C5D70C8BCC}"/>
    <pc:docChg chg="undo redo custSel addSld delSld modSld sldOrd modMainMaster delSection modSection">
      <pc:chgData name="Jonah St. Hilaire" userId="9d0a7af2-d0bd-4748-b50b-5cc37e0fdaa3" providerId="ADAL" clId="{58AAB240-BB3C-43BA-87E9-80C5D70C8BCC}" dt="2026-09-14T20:46:04.549" v="4527" actId="1076"/>
      <pc:docMkLst>
        <pc:docMk/>
      </pc:docMkLst>
      <pc:sldChg chg="delSp modSp mod">
        <pc:chgData name="Jonah St. Hilaire" userId="9d0a7af2-d0bd-4748-b50b-5cc37e0fdaa3" providerId="ADAL" clId="{58AAB240-BB3C-43BA-87E9-80C5D70C8BCC}" dt="2026-09-11T19:45:11.002" v="4479" actId="404"/>
        <pc:sldMkLst>
          <pc:docMk/>
          <pc:sldMk cId="2146513051" sldId="256"/>
        </pc:sldMkLst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6" creationId="{B83EDB41-36AA-14EA-AE93-71897304EEC6}"/>
          </ac:spMkLst>
        </pc:spChg>
        <pc:spChg chg="mod">
          <ac:chgData name="Jonah St. Hilaire" userId="9d0a7af2-d0bd-4748-b50b-5cc37e0fdaa3" providerId="ADAL" clId="{58AAB240-BB3C-43BA-87E9-80C5D70C8BCC}" dt="2026-09-11T19:43:41.259" v="4438" actId="1035"/>
          <ac:spMkLst>
            <pc:docMk/>
            <pc:sldMk cId="2146513051" sldId="256"/>
            <ac:spMk id="8" creationId="{6E38D3CA-4F2B-074C-CC8C-BB29FA3284E9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1" creationId="{E75A34E2-2C5D-92F5-EB46-6D97F26963E5}"/>
          </ac:spMkLst>
        </pc:spChg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16" creationId="{9B572E79-4EE9-46D1-02D8-685722E7F280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0" creationId="{A72100E7-3E80-050D-C9FF-C2D32132132B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1" creationId="{D5059A89-8575-966A-D743-49D2A33FBE39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2" creationId="{1386C0DC-BE5D-E1A6-8CF5-6234E8BE8454}"/>
          </ac:spMkLst>
        </pc:spChg>
        <pc:spChg chg="mod">
          <ac:chgData name="Jonah St. Hilaire" userId="9d0a7af2-d0bd-4748-b50b-5cc37e0fdaa3" providerId="ADAL" clId="{58AAB240-BB3C-43BA-87E9-80C5D70C8BCC}" dt="2026-09-11T19:44:07.728" v="4444" actId="1076"/>
          <ac:spMkLst>
            <pc:docMk/>
            <pc:sldMk cId="2146513051" sldId="256"/>
            <ac:spMk id="33" creationId="{0AB35D2B-BAB3-643A-FB75-CB06F3316D76}"/>
          </ac:spMkLst>
        </pc:spChg>
        <pc:spChg chg="mod">
          <ac:chgData name="Jonah St. Hilaire" userId="9d0a7af2-d0bd-4748-b50b-5cc37e0fdaa3" providerId="ADAL" clId="{58AAB240-BB3C-43BA-87E9-80C5D70C8BCC}" dt="2026-09-11T19:44:00.363" v="4443" actId="403"/>
          <ac:spMkLst>
            <pc:docMk/>
            <pc:sldMk cId="2146513051" sldId="256"/>
            <ac:spMk id="34" creationId="{9DF4FAE0-F0D6-F5CE-BDBE-5B08162D619F}"/>
          </ac:spMkLst>
        </pc:spChg>
        <pc:spChg chg="mod">
          <ac:chgData name="Jonah St. Hilaire" userId="9d0a7af2-d0bd-4748-b50b-5cc37e0fdaa3" providerId="ADAL" clId="{58AAB240-BB3C-43BA-87E9-80C5D70C8BCC}" dt="2026-09-11T19:43:37.629" v="4437" actId="1036"/>
          <ac:spMkLst>
            <pc:docMk/>
            <pc:sldMk cId="2146513051" sldId="256"/>
            <ac:spMk id="37" creationId="{40FFD7F4-7962-FD3B-3777-3CEC889EBCED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2" creationId="{BAF246EB-88C1-DA45-89CD-0D8EC954B750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4" creationId="{89D8ECB8-4C37-9939-224C-2F916D7D4415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5" creationId="{63951CB6-8BB1-BF54-DCB9-AA31533CB284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7" creationId="{1240F4F8-6E42-2EBC-F80B-32DF0FDB52AC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8" creationId="{496795BA-2CBB-90A3-814B-79719B9BBC37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60" creationId="{C8E0730E-08D7-48F1-0203-8F99765B6B47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3" creationId="{8AEF28B0-0666-13F1-943C-75DC7EDA0DC8}"/>
          </ac:spMkLst>
        </pc:spChg>
        <pc:spChg chg="mod">
          <ac:chgData name="Jonah St. Hilaire" userId="9d0a7af2-d0bd-4748-b50b-5cc37e0fdaa3" providerId="ADAL" clId="{58AAB240-BB3C-43BA-87E9-80C5D70C8BCC}" dt="2026-09-11T19:45:11.002" v="4479" actId="404"/>
          <ac:spMkLst>
            <pc:docMk/>
            <pc:sldMk cId="2146513051" sldId="256"/>
            <ac:spMk id="64" creationId="{5AE4D647-12E4-63B8-8E23-4C628E3450ED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5" creationId="{0181757A-D4A9-1234-7B46-33105EC09528}"/>
          </ac:spMkLst>
        </pc:spChg>
        <pc:spChg chg="mod">
          <ac:chgData name="Jonah St. Hilaire" userId="9d0a7af2-d0bd-4748-b50b-5cc37e0fdaa3" providerId="ADAL" clId="{58AAB240-BB3C-43BA-87E9-80C5D70C8BCC}" dt="2026-09-11T19:44:16.802" v="4448" actId="403"/>
          <ac:spMkLst>
            <pc:docMk/>
            <pc:sldMk cId="2146513051" sldId="256"/>
            <ac:spMk id="77" creationId="{4F10A811-C916-C1B7-8F86-E8C58CA42954}"/>
          </ac:spMkLst>
        </pc:spChg>
        <pc:spChg chg="mod">
          <ac:chgData name="Jonah St. Hilaire" userId="9d0a7af2-d0bd-4748-b50b-5cc37e0fdaa3" providerId="ADAL" clId="{58AAB240-BB3C-43BA-87E9-80C5D70C8BCC}" dt="2026-09-11T19:44:21.335" v="4451" actId="403"/>
          <ac:spMkLst>
            <pc:docMk/>
            <pc:sldMk cId="2146513051" sldId="256"/>
            <ac:spMk id="78" creationId="{BFD102BA-6CE4-F21A-FDEB-6F498DFB0B40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8" creationId="{6C4FB42C-ED7B-A13E-6818-91AF4EC4425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9" creationId="{AA558997-D675-E1D5-6F4F-AB03FA3A08CA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2" creationId="{82ED4FA1-EBBA-1351-16FD-DB796BC45792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3" creationId="{32B456B9-5CA5-79AD-5C57-40CD2DC13639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6" creationId="{BE276FAD-A782-E56D-7AC5-CCA5233A7EAC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7" creationId="{EBE19CC2-2D1C-9846-8F7F-ABD6FEE7D5BF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8" creationId="{D337B50A-BDB0-ED78-78EE-47FEF43C996C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9" creationId="{6D2CEEDC-95B7-6274-5D38-8F7647E5AD1E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07" creationId="{00862D5D-89D9-1C8F-51C5-27E340933F1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09" creationId="{65AC5ADB-737D-61AB-BF25-3C829FC73927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10" creationId="{26D58B9F-42F1-9BCC-941A-095CED9C9845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1" creationId="{FF65FBFA-5F4E-EA35-2195-0A9259F29D6B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2" creationId="{9D9F370F-0942-DB9B-9C6B-19C196337AA7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30" creationId="{B8BA0527-89F1-F54F-E384-DED6E70E352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1" creationId="{183448E2-2BD4-2408-065C-797FAA4FB89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2" creationId="{40D9F3A1-B3C0-4780-53EE-BF3A49715499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7" creationId="{7A91C365-E272-A7A8-72F8-0C6EAA6571A6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8" creationId="{541F7C72-DA74-88C7-E851-CA76BF702FA0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9" creationId="{D51DF3CF-A247-D9DE-D13D-8511D88FC1BE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71" creationId="{86900D28-1155-6956-45F5-C1E9A1E20329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1" creationId="{4FEC0430-BCB2-ED36-4F61-E48D7CC409B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2" creationId="{0BA7A267-02AE-ED5A-4357-FA9586BADF6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3" creationId="{831252E2-6EC7-3469-378C-4D412F621E58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7" creationId="{C61CF715-E018-A8D6-DC80-2AC5A853FF67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8" creationId="{14CEDF8D-2161-912C-A781-D9C037891793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9" creationId="{EE9BB093-D518-4098-0E55-D962D8FA463E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4" creationId="{BB2E6544-E730-3343-3B74-A0224ECD92BD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5" creationId="{0206A952-A0B7-9CE1-534A-DCF70B45E673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2" creationId="{4599AF82-6AFC-BA5B-9099-72F93A2D41A4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3" creationId="{9796933C-EB48-8BDA-1F51-F533CF634B10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2" creationId="{C1C72D86-28AC-0AE7-7175-728507128CBE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3" creationId="{BCEDB6FD-6EFC-C660-5B37-D17C0D38F7A3}"/>
          </ac:spMkLst>
        </pc:spChg>
        <pc:spChg chg="mod">
          <ac:chgData name="Jonah St. Hilaire" userId="9d0a7af2-d0bd-4748-b50b-5cc37e0fdaa3" providerId="ADAL" clId="{58AAB240-BB3C-43BA-87E9-80C5D70C8BCC}" dt="2026-09-11T19:42:19.470" v="4403"/>
          <ac:spMkLst>
            <pc:docMk/>
            <pc:sldMk cId="2146513051" sldId="256"/>
            <ac:spMk id="256" creationId="{CF54F100-5F9C-26BE-496D-7CC603DCF543}"/>
          </ac:spMkLst>
        </pc:spChg>
        <pc:spChg chg="mod">
          <ac:chgData name="Jonah St. Hilaire" userId="9d0a7af2-d0bd-4748-b50b-5cc37e0fdaa3" providerId="ADAL" clId="{58AAB240-BB3C-43BA-87E9-80C5D70C8BCC}" dt="2026-09-11T19:42:29.283" v="4409" actId="1076"/>
          <ac:spMkLst>
            <pc:docMk/>
            <pc:sldMk cId="2146513051" sldId="256"/>
            <ac:spMk id="261" creationId="{70D67868-CD95-726A-B878-BD8A2E325BEA}"/>
          </ac:spMkLst>
        </pc:spChg>
        <pc:spChg chg="mod">
          <ac:chgData name="Jonah St. Hilaire" userId="9d0a7af2-d0bd-4748-b50b-5cc37e0fdaa3" providerId="ADAL" clId="{58AAB240-BB3C-43BA-87E9-80C5D70C8BCC}" dt="2026-09-11T19:42:33.452" v="4414" actId="1076"/>
          <ac:spMkLst>
            <pc:docMk/>
            <pc:sldMk cId="2146513051" sldId="256"/>
            <ac:spMk id="262" creationId="{8D797FBD-0F76-355A-4CB0-B7640A343944}"/>
          </ac:spMkLst>
        </pc:spChg>
        <pc:spChg chg="mod">
          <ac:chgData name="Jonah St. Hilaire" userId="9d0a7af2-d0bd-4748-b50b-5cc37e0fdaa3" providerId="ADAL" clId="{58AAB240-BB3C-43BA-87E9-80C5D70C8BCC}" dt="2026-09-11T19:41:59.555" v="4398" actId="1076"/>
          <ac:spMkLst>
            <pc:docMk/>
            <pc:sldMk cId="2146513051" sldId="256"/>
            <ac:spMk id="268" creationId="{5AEB7D84-ADC9-64F8-1E64-F17685165FCB}"/>
          </ac:spMkLst>
        </pc:spChg>
        <pc:spChg chg="mod">
          <ac:chgData name="Jonah St. Hilaire" userId="9d0a7af2-d0bd-4748-b50b-5cc37e0fdaa3" providerId="ADAL" clId="{58AAB240-BB3C-43BA-87E9-80C5D70C8BCC}" dt="2026-09-11T19:41:55.764" v="4397" actId="1076"/>
          <ac:spMkLst>
            <pc:docMk/>
            <pc:sldMk cId="2146513051" sldId="256"/>
            <ac:spMk id="270" creationId="{AE8C5729-64C5-C219-0671-C26A27F96322}"/>
          </ac:spMkLst>
        </pc:spChg>
        <pc:picChg chg="mod">
          <ac:chgData name="Jonah St. Hilaire" userId="9d0a7af2-d0bd-4748-b50b-5cc37e0fdaa3" providerId="ADAL" clId="{58AAB240-BB3C-43BA-87E9-80C5D70C8BCC}" dt="2026-09-11T19:45:00.193" v="4473" actId="1036"/>
          <ac:picMkLst>
            <pc:docMk/>
            <pc:sldMk cId="2146513051" sldId="256"/>
            <ac:picMk id="141" creationId="{E753FB3D-F792-BC07-25AD-5A4BF2388368}"/>
          </ac:picMkLst>
        </pc:pic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59" creationId="{E08F68F7-5D7A-FCCC-78C5-301A641491AF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61" creationId="{76BE2F4C-E009-A9C7-3BF3-B9C1AD40E63A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71" creationId="{C2D0C3F5-0A51-78A2-FEC1-FBA91F5F50AC}"/>
          </ac:cxnSpMkLst>
        </pc:cxn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81" creationId="{3FCCD247-E641-CE21-4D09-50B717AA506F}"/>
          </ac:cxnSpMkLst>
        </pc:cxnChg>
        <pc:cxnChg chg="mod">
          <ac:chgData name="Jonah St. Hilaire" userId="9d0a7af2-d0bd-4748-b50b-5cc37e0fdaa3" providerId="ADAL" clId="{58AAB240-BB3C-43BA-87E9-80C5D70C8BCC}" dt="2026-09-11T15:19:08.332" v="3" actId="14100"/>
          <ac:cxnSpMkLst>
            <pc:docMk/>
            <pc:sldMk cId="2146513051" sldId="256"/>
            <ac:cxnSpMk id="264" creationId="{35FA104B-DDA1-50B9-C38F-4147C82B36E7}"/>
          </ac:cxnSpMkLst>
        </pc:cxnChg>
      </pc:sldChg>
      <pc:sldChg chg="modSp">
        <pc:chgData name="Jonah St. Hilaire" userId="9d0a7af2-d0bd-4748-b50b-5cc37e0fdaa3" providerId="ADAL" clId="{58AAB240-BB3C-43BA-87E9-80C5D70C8BCC}" dt="2026-09-11T16:19:46.133" v="1832"/>
        <pc:sldMkLst>
          <pc:docMk/>
          <pc:sldMk cId="3221349641" sldId="258"/>
        </pc:sld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2" creationId="{97D97242-4756-E707-C3DB-403ABB52C682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4" creationId="{703E44B7-E4E7-E4DA-2AD1-3CDB039D8C2C}"/>
          </ac:spMkLst>
        </pc:spChg>
      </pc:sldChg>
      <pc:sldChg chg="addSp delSp modSp add mod">
        <pc:chgData name="Jonah St. Hilaire" userId="9d0a7af2-d0bd-4748-b50b-5cc37e0fdaa3" providerId="ADAL" clId="{58AAB240-BB3C-43BA-87E9-80C5D70C8BCC}" dt="2026-09-11T17:02:04.379" v="2948" actId="692"/>
        <pc:sldMkLst>
          <pc:docMk/>
          <pc:sldMk cId="4013437199" sldId="259"/>
        </pc:sldMkLst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39" creationId="{9B1BDC6B-A282-D72D-C10C-49DA039DD604}"/>
          </ac:spMkLst>
        </pc:spChg>
        <pc:spChg chg="add mod">
          <ac:chgData name="Jonah St. Hilaire" userId="9d0a7af2-d0bd-4748-b50b-5cc37e0fdaa3" providerId="ADAL" clId="{58AAB240-BB3C-43BA-87E9-80C5D70C8BCC}" dt="2026-09-11T15:43:18.517" v="502" actId="403"/>
          <ac:spMkLst>
            <pc:docMk/>
            <pc:sldMk cId="4013437199" sldId="259"/>
            <ac:spMk id="43" creationId="{AAF86192-1376-3122-D320-15E60E4ECE7C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46" creationId="{E454A58B-0963-FEBB-9B6E-1B0FE40E3E24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90" creationId="{7331FA3D-A351-8DBA-A41F-B7F5B1AD4C7E}"/>
          </ac:spMkLst>
        </pc:spChg>
        <pc:spChg chg="mod">
          <ac:chgData name="Jonah St. Hilaire" userId="9d0a7af2-d0bd-4748-b50b-5cc37e0fdaa3" providerId="ADAL" clId="{58AAB240-BB3C-43BA-87E9-80C5D70C8BCC}" dt="2026-09-11T16:04:39.899" v="1436" actId="1076"/>
          <ac:spMkLst>
            <pc:docMk/>
            <pc:sldMk cId="4013437199" sldId="259"/>
            <ac:spMk id="92" creationId="{EB80290C-C725-B724-A6EF-3D6839CEE60F}"/>
          </ac:spMkLst>
        </pc:spChg>
        <pc:spChg chg="mod">
          <ac:chgData name="Jonah St. Hilaire" userId="9d0a7af2-d0bd-4748-b50b-5cc37e0fdaa3" providerId="ADAL" clId="{58AAB240-BB3C-43BA-87E9-80C5D70C8BCC}" dt="2026-09-11T16:04:36.016" v="1435" actId="1036"/>
          <ac:spMkLst>
            <pc:docMk/>
            <pc:sldMk cId="4013437199" sldId="259"/>
            <ac:spMk id="93" creationId="{C25A4875-337C-9D55-E1E8-D8CA226D85BF}"/>
          </ac:spMkLst>
        </pc:spChg>
        <pc:spChg chg="add mod">
          <ac:chgData name="Jonah St. Hilaire" userId="9d0a7af2-d0bd-4748-b50b-5cc37e0fdaa3" providerId="ADAL" clId="{58AAB240-BB3C-43BA-87E9-80C5D70C8BCC}" dt="2026-09-11T16:03:21.803" v="1405" actId="1036"/>
          <ac:spMkLst>
            <pc:docMk/>
            <pc:sldMk cId="4013437199" sldId="259"/>
            <ac:spMk id="102" creationId="{C795FC97-7909-93E9-EBB6-94B352AEAFBF}"/>
          </ac:spMkLst>
        </pc:spChg>
        <pc:spChg chg="add mod">
          <ac:chgData name="Jonah St. Hilaire" userId="9d0a7af2-d0bd-4748-b50b-5cc37e0fdaa3" providerId="ADAL" clId="{58AAB240-BB3C-43BA-87E9-80C5D70C8BCC}" dt="2026-09-11T15:38:25.353" v="397" actId="1035"/>
          <ac:spMkLst>
            <pc:docMk/>
            <pc:sldMk cId="4013437199" sldId="259"/>
            <ac:spMk id="105" creationId="{C1427CF0-0AB7-D35B-9C07-5EAB6C0B1C3A}"/>
          </ac:spMkLst>
        </pc:spChg>
        <pc:spChg chg="add mod">
          <ac:chgData name="Jonah St. Hilaire" userId="9d0a7af2-d0bd-4748-b50b-5cc37e0fdaa3" providerId="ADAL" clId="{58AAB240-BB3C-43BA-87E9-80C5D70C8BCC}" dt="2026-09-11T15:42:21.768" v="476" actId="1035"/>
          <ac:spMkLst>
            <pc:docMk/>
            <pc:sldMk cId="4013437199" sldId="259"/>
            <ac:spMk id="115" creationId="{5A527540-9EAF-6070-14C8-FECD66D1D5C6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21" creationId="{534B9C2C-8D34-90E9-AA07-799A69B3A599}"/>
          </ac:spMkLst>
        </pc:spChg>
        <pc:spChg chg="add mod">
          <ac:chgData name="Jonah St. Hilaire" userId="9d0a7af2-d0bd-4748-b50b-5cc37e0fdaa3" providerId="ADAL" clId="{58AAB240-BB3C-43BA-87E9-80C5D70C8BCC}" dt="2026-09-11T16:03:08.678" v="1399" actId="1035"/>
          <ac:spMkLst>
            <pc:docMk/>
            <pc:sldMk cId="4013437199" sldId="259"/>
            <ac:spMk id="124" creationId="{92B84DD4-A345-CA00-F3C3-203BC843F5CF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3" creationId="{29696E3D-A16D-F582-FE71-7FFC35ABCFEA}"/>
          </ac:spMkLst>
        </pc:spChg>
        <pc:spChg chg="add mod">
          <ac:chgData name="Jonah St. Hilaire" userId="9d0a7af2-d0bd-4748-b50b-5cc37e0fdaa3" providerId="ADAL" clId="{58AAB240-BB3C-43BA-87E9-80C5D70C8BCC}" dt="2026-09-11T16:06:56.005" v="1508" actId="403"/>
          <ac:spMkLst>
            <pc:docMk/>
            <pc:sldMk cId="4013437199" sldId="259"/>
            <ac:spMk id="144" creationId="{DD4C4DFD-A4A5-ACF7-C02A-C0E7999CF282}"/>
          </ac:spMkLst>
        </pc:spChg>
        <pc:spChg chg="mod">
          <ac:chgData name="Jonah St. Hilaire" userId="9d0a7af2-d0bd-4748-b50b-5cc37e0fdaa3" providerId="ADAL" clId="{58AAB240-BB3C-43BA-87E9-80C5D70C8BCC}" dt="2026-09-11T16:08:24.206" v="1537" actId="1076"/>
          <ac:spMkLst>
            <pc:docMk/>
            <pc:sldMk cId="4013437199" sldId="259"/>
            <ac:spMk id="145" creationId="{25FBFBC4-9616-5105-2980-E255FCE7E281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47" creationId="{630C28C3-C19F-D3AD-2A69-05F854C2A1EA}"/>
          </ac:spMkLst>
        </pc:spChg>
        <pc:spChg chg="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8" creationId="{0568A850-6A05-E206-3D62-A92F74A2A87D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4" creationId="{F9E6D1C1-C4FA-05B6-5D44-D571395E523A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5" creationId="{DABBEB12-B18F-6E85-BEF7-CA8860D211BB}"/>
          </ac:spMkLst>
        </pc:spChg>
        <pc:spChg chg="add mod">
          <ac:chgData name="Jonah St. Hilaire" userId="9d0a7af2-d0bd-4748-b50b-5cc37e0fdaa3" providerId="ADAL" clId="{58AAB240-BB3C-43BA-87E9-80C5D70C8BCC}" dt="2026-09-11T16:45:55.651" v="2616" actId="1076"/>
          <ac:spMkLst>
            <pc:docMk/>
            <pc:sldMk cId="4013437199" sldId="259"/>
            <ac:spMk id="156" creationId="{0F236ED9-5A0C-93FE-BA94-133BB997A63A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159" creationId="{05283833-3C56-1A32-246D-8FA4ECE825B2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60" creationId="{11F31673-E70A-63CE-EDAA-4278710AAACB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02" creationId="{939C8878-1768-A911-6BB9-E55B802A6C5B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04" creationId="{D3095F58-6864-3648-EB89-B33BF91E4483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237" creationId="{5D1B770A-2B95-2AAB-E10A-32FBE8A97BDE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8" creationId="{D3291440-CCFB-13C0-B5C3-10E8B38CB8D9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9" creationId="{FF2E4387-C1CE-3901-A57A-A4B60E4DDA5D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48" creationId="{B8264198-91CC-0A42-4B73-BB12DA912C43}"/>
          </ac:spMkLst>
        </pc:spChg>
        <pc:spChg chg="mod">
          <ac:chgData name="Jonah St. Hilaire" userId="9d0a7af2-d0bd-4748-b50b-5cc37e0fdaa3" providerId="ADAL" clId="{58AAB240-BB3C-43BA-87E9-80C5D70C8BCC}" dt="2026-09-11T16:15:53.060" v="1741" actId="1035"/>
          <ac:spMkLst>
            <pc:docMk/>
            <pc:sldMk cId="4013437199" sldId="259"/>
            <ac:spMk id="250" creationId="{430E42AA-770D-BD15-90F8-9480DFBC636C}"/>
          </ac:spMkLst>
        </pc:spChg>
        <pc:spChg chg="mod">
          <ac:chgData name="Jonah St. Hilaire" userId="9d0a7af2-d0bd-4748-b50b-5cc37e0fdaa3" providerId="ADAL" clId="{58AAB240-BB3C-43BA-87E9-80C5D70C8BCC}" dt="2026-09-11T16:46:54.210" v="2638" actId="6549"/>
          <ac:spMkLst>
            <pc:docMk/>
            <pc:sldMk cId="4013437199" sldId="259"/>
            <ac:spMk id="256" creationId="{0B6E3657-C2A5-8D41-F53A-8C8DE72CAA22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58" creationId="{20B38008-F9E9-2290-3B81-483C2545CC3E}"/>
          </ac:spMkLst>
        </pc:spChg>
        <pc:spChg chg="mod">
          <ac:chgData name="Jonah St. Hilaire" userId="9d0a7af2-d0bd-4748-b50b-5cc37e0fdaa3" providerId="ADAL" clId="{58AAB240-BB3C-43BA-87E9-80C5D70C8BCC}" dt="2026-09-11T16:05:32.372" v="1467" actId="1076"/>
          <ac:spMkLst>
            <pc:docMk/>
            <pc:sldMk cId="4013437199" sldId="259"/>
            <ac:spMk id="260" creationId="{7D78E38A-9579-A5EF-0306-9FD2ABEBBABA}"/>
          </ac:spMkLst>
        </pc:spChg>
        <pc:spChg chg="mod">
          <ac:chgData name="Jonah St. Hilaire" userId="9d0a7af2-d0bd-4748-b50b-5cc37e0fdaa3" providerId="ADAL" clId="{58AAB240-BB3C-43BA-87E9-80C5D70C8BCC}" dt="2026-09-11T16:06:33.118" v="1504" actId="1036"/>
          <ac:spMkLst>
            <pc:docMk/>
            <pc:sldMk cId="4013437199" sldId="259"/>
            <ac:spMk id="261" creationId="{911D1DF1-80D4-3C5D-E378-7B247D59ACC9}"/>
          </ac:spMkLst>
        </pc:spChg>
        <pc:spChg chg="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62" creationId="{2B351C97-E750-776D-40C3-1A2D03A8B71B}"/>
          </ac:spMkLst>
        </pc:spChg>
        <pc:spChg chg="mod">
          <ac:chgData name="Jonah St. Hilaire" userId="9d0a7af2-d0bd-4748-b50b-5cc37e0fdaa3" providerId="ADAL" clId="{58AAB240-BB3C-43BA-87E9-80C5D70C8BCC}" dt="2026-09-11T16:06:22.257" v="1483" actId="1037"/>
          <ac:spMkLst>
            <pc:docMk/>
            <pc:sldMk cId="4013437199" sldId="259"/>
            <ac:spMk id="268" creationId="{0B1F3BCA-3FE1-BAD2-DE12-5E199D3456C0}"/>
          </ac:spMkLst>
        </pc:spChg>
        <pc:spChg chg="mod">
          <ac:chgData name="Jonah St. Hilaire" userId="9d0a7af2-d0bd-4748-b50b-5cc37e0fdaa3" providerId="ADAL" clId="{58AAB240-BB3C-43BA-87E9-80C5D70C8BCC}" dt="2026-09-11T15:43:04.167" v="496" actId="403"/>
          <ac:spMkLst>
            <pc:docMk/>
            <pc:sldMk cId="4013437199" sldId="259"/>
            <ac:spMk id="270" creationId="{620CC4E5-7903-4851-402D-C5DDDE967B68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6" creationId="{27F27654-1958-FAD9-B413-6B4BA6CC1964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7" creationId="{40853BC1-BFBB-F672-45AF-9E3EAB48C8A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8" creationId="{958DF313-46EB-F353-33A9-673A1D0C771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302" creationId="{D385BD47-8CC1-50F1-E0F0-A9842FA77A98}"/>
          </ac:spMkLst>
        </pc:spChg>
        <pc:spChg chg="add mod">
          <ac:chgData name="Jonah St. Hilaire" userId="9d0a7af2-d0bd-4748-b50b-5cc37e0fdaa3" providerId="ADAL" clId="{58AAB240-BB3C-43BA-87E9-80C5D70C8BCC}" dt="2026-09-11T16:36:43.419" v="2285"/>
          <ac:spMkLst>
            <pc:docMk/>
            <pc:sldMk cId="4013437199" sldId="259"/>
            <ac:spMk id="315" creationId="{F8529CAC-964F-A2CE-1341-C31C4E1ABB23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17" creationId="{FFEDBFB8-142D-7087-B5E8-86874E010253}"/>
          </ac:spMkLst>
        </pc:spChg>
        <pc:spChg chg="add mod">
          <ac:chgData name="Jonah St. Hilaire" userId="9d0a7af2-d0bd-4748-b50b-5cc37e0fdaa3" providerId="ADAL" clId="{58AAB240-BB3C-43BA-87E9-80C5D70C8BCC}" dt="2026-09-11T16:36:31.442" v="2277"/>
          <ac:spMkLst>
            <pc:docMk/>
            <pc:sldMk cId="4013437199" sldId="259"/>
            <ac:spMk id="319" creationId="{CD607615-31EA-5DFE-7B71-ED5B4D847E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28" creationId="{DC250596-BBB9-7116-8CE0-9F446265F068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2" creationId="{E64D39B3-2F88-85D5-6515-EC452775E2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44" creationId="{3449ED4D-F34D-698A-C02E-03DA26F7429C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6" creationId="{01FDB514-40DF-64A5-E36B-9269D24F9187}"/>
          </ac:spMkLst>
        </pc:spChg>
        <pc:spChg chg="add mod">
          <ac:chgData name="Jonah St. Hilaire" userId="9d0a7af2-d0bd-4748-b50b-5cc37e0fdaa3" providerId="ADAL" clId="{58AAB240-BB3C-43BA-87E9-80C5D70C8BCC}" dt="2026-09-11T16:45:23.056" v="2595" actId="1076"/>
          <ac:spMkLst>
            <pc:docMk/>
            <pc:sldMk cId="4013437199" sldId="259"/>
            <ac:spMk id="350" creationId="{5ED50C55-9337-A464-7463-3D7F987821D0}"/>
          </ac:spMkLst>
        </pc:spChg>
        <pc:spChg chg="add mod">
          <ac:chgData name="Jonah St. Hilaire" userId="9d0a7af2-d0bd-4748-b50b-5cc37e0fdaa3" providerId="ADAL" clId="{58AAB240-BB3C-43BA-87E9-80C5D70C8BCC}" dt="2026-09-11T16:48:12.991" v="2656"/>
          <ac:spMkLst>
            <pc:docMk/>
            <pc:sldMk cId="4013437199" sldId="259"/>
            <ac:spMk id="359" creationId="{64F6887F-DAF2-338D-C9BC-1BE158636D64}"/>
          </ac:spMkLst>
        </pc:spChg>
        <pc:spChg chg="add mod">
          <ac:chgData name="Jonah St. Hilaire" userId="9d0a7af2-d0bd-4748-b50b-5cc37e0fdaa3" providerId="ADAL" clId="{58AAB240-BB3C-43BA-87E9-80C5D70C8BCC}" dt="2026-09-11T16:48:28.085" v="2678" actId="1036"/>
          <ac:spMkLst>
            <pc:docMk/>
            <pc:sldMk cId="4013437199" sldId="259"/>
            <ac:spMk id="361" creationId="{D3BAF20F-A397-B878-75A7-5B3E73670E21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65" creationId="{20962216-241D-59E4-149D-16DFCCE99554}"/>
          </ac:spMkLst>
        </pc:spChg>
        <pc:spChg chg="add mod">
          <ac:chgData name="Jonah St. Hilaire" userId="9d0a7af2-d0bd-4748-b50b-5cc37e0fdaa3" providerId="ADAL" clId="{58AAB240-BB3C-43BA-87E9-80C5D70C8BCC}" dt="2026-09-11T16:50:17.712" v="2819"/>
          <ac:spMkLst>
            <pc:docMk/>
            <pc:sldMk cId="4013437199" sldId="259"/>
            <ac:spMk id="367" creationId="{B42E11D8-BE5D-D029-0DA0-F687D8DC2D66}"/>
          </ac:spMkLst>
        </pc:spChg>
        <pc:grpChg chg="add mod">
          <ac:chgData name="Jonah St. Hilaire" userId="9d0a7af2-d0bd-4748-b50b-5cc37e0fdaa3" providerId="ADAL" clId="{58AAB240-BB3C-43BA-87E9-80C5D70C8BCC}" dt="2026-09-11T16:15:59.542" v="1745" actId="1038"/>
          <ac:grpSpMkLst>
            <pc:docMk/>
            <pc:sldMk cId="4013437199" sldId="259"/>
            <ac:grpSpMk id="249" creationId="{16F64BFA-9582-833F-6699-82A1AAC6C7A1}"/>
          </ac:grpSpMkLst>
        </pc:grpChg>
        <pc:picChg chg="mod modCrop">
          <ac:chgData name="Jonah St. Hilaire" userId="9d0a7af2-d0bd-4748-b50b-5cc37e0fdaa3" providerId="ADAL" clId="{58AAB240-BB3C-43BA-87E9-80C5D70C8BCC}" dt="2026-09-11T16:18:00.363" v="1813" actId="1035"/>
          <ac:picMkLst>
            <pc:docMk/>
            <pc:sldMk cId="4013437199" sldId="259"/>
            <ac:picMk id="251" creationId="{8C9DDA59-20E3-EE05-8998-E67CE884E26D}"/>
          </ac:picMkLst>
        </pc:picChg>
        <pc:cxnChg chg="mod">
          <ac:chgData name="Jonah St. Hilaire" userId="9d0a7af2-d0bd-4748-b50b-5cc37e0fdaa3" providerId="ADAL" clId="{58AAB240-BB3C-43BA-87E9-80C5D70C8BCC}" dt="2026-09-11T17:01:08.832" v="2938" actId="1035"/>
          <ac:cxnSpMkLst>
            <pc:docMk/>
            <pc:sldMk cId="4013437199" sldId="259"/>
            <ac:cxnSpMk id="40" creationId="{1FCFE076-644C-3CE0-298B-DB4CB36300A0}"/>
          </ac:cxnSpMkLst>
        </pc:cxnChg>
        <pc:cxnChg chg="mod">
          <ac:chgData name="Jonah St. Hilaire" userId="9d0a7af2-d0bd-4748-b50b-5cc37e0fdaa3" providerId="ADAL" clId="{58AAB240-BB3C-43BA-87E9-80C5D70C8BCC}" dt="2026-09-11T16:02:30.635" v="1389" actId="1035"/>
          <ac:cxnSpMkLst>
            <pc:docMk/>
            <pc:sldMk cId="4013437199" sldId="259"/>
            <ac:cxnSpMk id="41" creationId="{7428B943-8296-7A3A-247B-C36E35D8CAF7}"/>
          </ac:cxnSpMkLst>
        </pc:cxnChg>
        <pc:cxnChg chg="mod">
          <ac:chgData name="Jonah St. Hilaire" userId="9d0a7af2-d0bd-4748-b50b-5cc37e0fdaa3" providerId="ADAL" clId="{58AAB240-BB3C-43BA-87E9-80C5D70C8BCC}" dt="2026-09-11T15:38:25.353" v="397" actId="1035"/>
          <ac:cxnSpMkLst>
            <pc:docMk/>
            <pc:sldMk cId="4013437199" sldId="259"/>
            <ac:cxnSpMk id="91" creationId="{B5D4E07F-5611-D10F-CED3-11AA445EE829}"/>
          </ac:cxnSpMkLst>
        </pc:cxnChg>
        <pc:cxnChg chg="mod">
          <ac:chgData name="Jonah St. Hilaire" userId="9d0a7af2-d0bd-4748-b50b-5cc37e0fdaa3" providerId="ADAL" clId="{58AAB240-BB3C-43BA-87E9-80C5D70C8BCC}" dt="2026-09-11T16:04:26.420" v="1421" actId="14100"/>
          <ac:cxnSpMkLst>
            <pc:docMk/>
            <pc:sldMk cId="4013437199" sldId="259"/>
            <ac:cxnSpMk id="94" creationId="{4E391D04-4DEC-6D07-FBA3-B0107B65FF84}"/>
          </ac:cxnSpMkLst>
        </pc:cxnChg>
        <pc:cxnChg chg="mod">
          <ac:chgData name="Jonah St. Hilaire" userId="9d0a7af2-d0bd-4748-b50b-5cc37e0fdaa3" providerId="ADAL" clId="{58AAB240-BB3C-43BA-87E9-80C5D70C8BCC}" dt="2026-09-11T16:08:24.206" v="1537" actId="1076"/>
          <ac:cxnSpMkLst>
            <pc:docMk/>
            <pc:sldMk cId="4013437199" sldId="259"/>
            <ac:cxnSpMk id="146" creationId="{474D9FFA-C55A-6405-0287-B95D5326256C}"/>
          </ac:cxnSpMkLst>
        </pc:cxnChg>
        <pc:cxnChg chg="add mod">
          <ac:chgData name="Jonah St. Hilaire" userId="9d0a7af2-d0bd-4748-b50b-5cc37e0fdaa3" providerId="ADAL" clId="{58AAB240-BB3C-43BA-87E9-80C5D70C8BCC}" dt="2026-09-11T16:17:13.081" v="1803" actId="1038"/>
          <ac:cxnSpMkLst>
            <pc:docMk/>
            <pc:sldMk cId="4013437199" sldId="259"/>
            <ac:cxnSpMk id="207" creationId="{B34567E2-18C6-A0CB-5281-26E5729AD55C}"/>
          </ac:cxnSpMkLst>
        </pc:cxnChg>
        <pc:cxnChg chg="add del mod">
          <ac:chgData name="Jonah St. Hilaire" userId="9d0a7af2-d0bd-4748-b50b-5cc37e0fdaa3" providerId="ADAL" clId="{58AAB240-BB3C-43BA-87E9-80C5D70C8BCC}" dt="2026-09-11T16:18:30.833" v="1823" actId="478"/>
          <ac:cxnSpMkLst>
            <pc:docMk/>
            <pc:sldMk cId="4013437199" sldId="259"/>
            <ac:cxnSpMk id="208" creationId="{1358BCF0-4157-5FCB-586B-91A1E6D8A143}"/>
          </ac:cxnSpMkLst>
        </pc:cxnChg>
        <pc:cxnChg chg="add del mod">
          <ac:chgData name="Jonah St. Hilaire" userId="9d0a7af2-d0bd-4748-b50b-5cc37e0fdaa3" providerId="ADAL" clId="{58AAB240-BB3C-43BA-87E9-80C5D70C8BCC}" dt="2026-09-11T16:18:28.564" v="1821" actId="478"/>
          <ac:cxnSpMkLst>
            <pc:docMk/>
            <pc:sldMk cId="4013437199" sldId="259"/>
            <ac:cxnSpMk id="209" creationId="{9A3B2EDD-3BAF-7983-183D-94C199D10434}"/>
          </ac:cxnSpMkLst>
        </pc:cxnChg>
        <pc:cxnChg chg="add mod">
          <ac:chgData name="Jonah St. Hilaire" userId="9d0a7af2-d0bd-4748-b50b-5cc37e0fdaa3" providerId="ADAL" clId="{58AAB240-BB3C-43BA-87E9-80C5D70C8BCC}" dt="2026-09-11T16:17:20.338" v="1804" actId="1038"/>
          <ac:cxnSpMkLst>
            <pc:docMk/>
            <pc:sldMk cId="4013437199" sldId="259"/>
            <ac:cxnSpMk id="216" creationId="{1008AD42-712B-A45C-1958-857069239952}"/>
          </ac:cxnSpMkLst>
        </pc:cxnChg>
        <pc:cxnChg chg="add del mod">
          <ac:chgData name="Jonah St. Hilaire" userId="9d0a7af2-d0bd-4748-b50b-5cc37e0fdaa3" providerId="ADAL" clId="{58AAB240-BB3C-43BA-87E9-80C5D70C8BCC}" dt="2026-09-11T16:18:25.596" v="1819" actId="478"/>
          <ac:cxnSpMkLst>
            <pc:docMk/>
            <pc:sldMk cId="4013437199" sldId="259"/>
            <ac:cxnSpMk id="218" creationId="{4631EA1A-EBAE-3AC7-2E69-369B196C846F}"/>
          </ac:cxnSpMkLst>
        </pc:cxnChg>
        <pc:cxnChg chg="add mod">
          <ac:chgData name="Jonah St. Hilaire" userId="9d0a7af2-d0bd-4748-b50b-5cc37e0fdaa3" providerId="ADAL" clId="{58AAB240-BB3C-43BA-87E9-80C5D70C8BCC}" dt="2026-09-11T17:01:14.104" v="2939" actId="1036"/>
          <ac:cxnSpMkLst>
            <pc:docMk/>
            <pc:sldMk cId="4013437199" sldId="259"/>
            <ac:cxnSpMk id="219" creationId="{CAEE3E29-3CD9-2514-2E89-CF224AA64712}"/>
          </ac:cxnSpMkLst>
        </pc:cxnChg>
        <pc:cxnChg chg="add del mod">
          <ac:chgData name="Jonah St. Hilaire" userId="9d0a7af2-d0bd-4748-b50b-5cc37e0fdaa3" providerId="ADAL" clId="{58AAB240-BB3C-43BA-87E9-80C5D70C8BCC}" dt="2026-09-11T16:18:34.789" v="1825" actId="478"/>
          <ac:cxnSpMkLst>
            <pc:docMk/>
            <pc:sldMk cId="4013437199" sldId="259"/>
            <ac:cxnSpMk id="220" creationId="{ED7E4950-7AD1-E6B9-3FD5-DEC78EFD33A4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0" creationId="{24A436F0-ED8F-7E4B-12DF-3767C5DCAC85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1" creationId="{3AA5422E-B8F0-E458-A358-550775865BC5}"/>
          </ac:cxnSpMkLst>
        </pc:cxnChg>
        <pc:cxnChg chg="add del mod">
          <ac:chgData name="Jonah St. Hilaire" userId="9d0a7af2-d0bd-4748-b50b-5cc37e0fdaa3" providerId="ADAL" clId="{58AAB240-BB3C-43BA-87E9-80C5D70C8BCC}" dt="2026-09-11T16:18:19.625" v="1816" actId="478"/>
          <ac:cxnSpMkLst>
            <pc:docMk/>
            <pc:sldMk cId="4013437199" sldId="259"/>
            <ac:cxnSpMk id="244" creationId="{EF140DAF-309B-4188-38F6-AC4BF71E7100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63" creationId="{F10029D0-86C5-F9E2-429D-82D502848F1F}"/>
          </ac:cxnSpMkLst>
        </pc:cxnChg>
        <pc:cxnChg chg="mod">
          <ac:chgData name="Jonah St. Hilaire" userId="9d0a7af2-d0bd-4748-b50b-5cc37e0fdaa3" providerId="ADAL" clId="{58AAB240-BB3C-43BA-87E9-80C5D70C8BCC}" dt="2026-09-11T16:05:32.372" v="1467" actId="1076"/>
          <ac:cxnSpMkLst>
            <pc:docMk/>
            <pc:sldMk cId="4013437199" sldId="259"/>
            <ac:cxnSpMk id="264" creationId="{82323032-CC55-7B1F-EC84-1052A85723BC}"/>
          </ac:cxnSpMkLst>
        </pc:cxnChg>
        <pc:cxnChg chg="add del mod">
          <ac:chgData name="Jonah St. Hilaire" userId="9d0a7af2-d0bd-4748-b50b-5cc37e0fdaa3" providerId="ADAL" clId="{58AAB240-BB3C-43BA-87E9-80C5D70C8BCC}" dt="2026-09-11T16:35:38.433" v="2260" actId="14100"/>
          <ac:cxnSpMkLst>
            <pc:docMk/>
            <pc:sldMk cId="4013437199" sldId="259"/>
            <ac:cxnSpMk id="265" creationId="{DC3F66B7-D934-02CF-908A-0A5398A41A3D}"/>
          </ac:cxnSpMkLst>
        </pc:cxnChg>
        <pc:cxnChg chg="mod">
          <ac:chgData name="Jonah St. Hilaire" userId="9d0a7af2-d0bd-4748-b50b-5cc37e0fdaa3" providerId="ADAL" clId="{58AAB240-BB3C-43BA-87E9-80C5D70C8BCC}" dt="2026-09-11T16:05:55.800" v="1473" actId="1035"/>
          <ac:cxnSpMkLst>
            <pc:docMk/>
            <pc:sldMk cId="4013437199" sldId="259"/>
            <ac:cxnSpMk id="267" creationId="{700AB4B6-2E91-3501-15BA-EA507AA580A4}"/>
          </ac:cxnSpMkLst>
        </pc:cxnChg>
        <pc:cxnChg chg="mod">
          <ac:chgData name="Jonah St. Hilaire" userId="9d0a7af2-d0bd-4748-b50b-5cc37e0fdaa3" providerId="ADAL" clId="{58AAB240-BB3C-43BA-87E9-80C5D70C8BCC}" dt="2026-09-11T16:06:22.257" v="1483" actId="1037"/>
          <ac:cxnSpMkLst>
            <pc:docMk/>
            <pc:sldMk cId="4013437199" sldId="259"/>
            <ac:cxnSpMk id="269" creationId="{17B2510F-03ED-B4BA-1F74-AB23808C61A3}"/>
          </ac:cxnSpMkLst>
        </pc:cxnChg>
        <pc:cxnChg chg="add del mod">
          <ac:chgData name="Jonah St. Hilaire" userId="9d0a7af2-d0bd-4748-b50b-5cc37e0fdaa3" providerId="ADAL" clId="{58AAB240-BB3C-43BA-87E9-80C5D70C8BCC}" dt="2026-09-11T16:35:31.601" v="2259" actId="14100"/>
          <ac:cxnSpMkLst>
            <pc:docMk/>
            <pc:sldMk cId="4013437199" sldId="259"/>
            <ac:cxnSpMk id="273" creationId="{0F9F0883-A4F5-0D5E-6AFA-D48125417783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79" creationId="{7618F4E2-536C-6367-4854-095DBBF1E735}"/>
          </ac:cxnSpMkLst>
        </pc:cxnChg>
        <pc:cxnChg chg="add mod">
          <ac:chgData name="Jonah St. Hilaire" userId="9d0a7af2-d0bd-4748-b50b-5cc37e0fdaa3" providerId="ADAL" clId="{58AAB240-BB3C-43BA-87E9-80C5D70C8BCC}" dt="2026-09-11T17:02:01.632" v="2947" actId="692"/>
          <ac:cxnSpMkLst>
            <pc:docMk/>
            <pc:sldMk cId="4013437199" sldId="259"/>
            <ac:cxnSpMk id="281" creationId="{066A4642-03A5-2A51-98F9-8847A14361A6}"/>
          </ac:cxnSpMkLst>
        </pc:cxnChg>
        <pc:cxnChg chg="add mod">
          <ac:chgData name="Jonah St. Hilaire" userId="9d0a7af2-d0bd-4748-b50b-5cc37e0fdaa3" providerId="ADAL" clId="{58AAB240-BB3C-43BA-87E9-80C5D70C8BCC}" dt="2026-09-11T17:02:04.379" v="2948" actId="692"/>
          <ac:cxnSpMkLst>
            <pc:docMk/>
            <pc:sldMk cId="4013437199" sldId="259"/>
            <ac:cxnSpMk id="282" creationId="{D6C267BD-1B91-E90F-FC38-83C7B9A30959}"/>
          </ac:cxnSpMkLst>
        </pc:cxnChg>
        <pc:cxnChg chg="add mod">
          <ac:chgData name="Jonah St. Hilaire" userId="9d0a7af2-d0bd-4748-b50b-5cc37e0fdaa3" providerId="ADAL" clId="{58AAB240-BB3C-43BA-87E9-80C5D70C8BCC}" dt="2026-09-11T17:01:53.291" v="2945" actId="692"/>
          <ac:cxnSpMkLst>
            <pc:docMk/>
            <pc:sldMk cId="4013437199" sldId="259"/>
            <ac:cxnSpMk id="324" creationId="{8076F3DF-1B08-A123-1EB2-9C82504C8428}"/>
          </ac:cxnSpMkLst>
        </pc:cxnChg>
        <pc:cxnChg chg="add mod">
          <ac:chgData name="Jonah St. Hilaire" userId="9d0a7af2-d0bd-4748-b50b-5cc37e0fdaa3" providerId="ADAL" clId="{58AAB240-BB3C-43BA-87E9-80C5D70C8BCC}" dt="2026-09-11T17:01:50.506" v="2944" actId="692"/>
          <ac:cxnSpMkLst>
            <pc:docMk/>
            <pc:sldMk cId="4013437199" sldId="259"/>
            <ac:cxnSpMk id="333" creationId="{A9EE24EC-0290-83F9-F1A6-C891EA44B546}"/>
          </ac:cxnSpMkLst>
        </pc:cxnChg>
        <pc:cxnChg chg="add mod">
          <ac:chgData name="Jonah St. Hilaire" userId="9d0a7af2-d0bd-4748-b50b-5cc37e0fdaa3" providerId="ADAL" clId="{58AAB240-BB3C-43BA-87E9-80C5D70C8BCC}" dt="2026-09-11T17:01:55.451" v="2946" actId="692"/>
          <ac:cxnSpMkLst>
            <pc:docMk/>
            <pc:sldMk cId="4013437199" sldId="259"/>
            <ac:cxnSpMk id="334" creationId="{D9E7C3BC-B92E-AA9B-FCC6-FE1315A3A36E}"/>
          </ac:cxnSpMkLst>
        </pc:cxnChg>
        <pc:cxnChg chg="add mod">
          <ac:chgData name="Jonah St. Hilaire" userId="9d0a7af2-d0bd-4748-b50b-5cc37e0fdaa3" providerId="ADAL" clId="{58AAB240-BB3C-43BA-87E9-80C5D70C8BCC}" dt="2026-09-11T17:01:43.693" v="2942" actId="692"/>
          <ac:cxnSpMkLst>
            <pc:docMk/>
            <pc:sldMk cId="4013437199" sldId="259"/>
            <ac:cxnSpMk id="356" creationId="{C137458F-D7F6-2A49-10D6-EA5805EC9ACA}"/>
          </ac:cxnSpMkLst>
        </pc:cxnChg>
        <pc:cxnChg chg="add mod">
          <ac:chgData name="Jonah St. Hilaire" userId="9d0a7af2-d0bd-4748-b50b-5cc37e0fdaa3" providerId="ADAL" clId="{58AAB240-BB3C-43BA-87E9-80C5D70C8BCC}" dt="2026-09-11T17:01:46.124" v="2943" actId="692"/>
          <ac:cxnSpMkLst>
            <pc:docMk/>
            <pc:sldMk cId="4013437199" sldId="259"/>
            <ac:cxnSpMk id="357" creationId="{76F9DE1E-207C-ACB5-0605-03C064A8D003}"/>
          </ac:cxnSpMkLst>
        </pc:cxnChg>
        <pc:cxnChg chg="add mod">
          <ac:chgData name="Jonah St. Hilaire" userId="9d0a7af2-d0bd-4748-b50b-5cc37e0fdaa3" providerId="ADAL" clId="{58AAB240-BB3C-43BA-87E9-80C5D70C8BCC}" dt="2026-09-11T17:01:36.971" v="2941" actId="692"/>
          <ac:cxnSpMkLst>
            <pc:docMk/>
            <pc:sldMk cId="4013437199" sldId="259"/>
            <ac:cxnSpMk id="362" creationId="{7A18F6CE-E48B-DCBF-894E-5BE4D5B192A8}"/>
          </ac:cxnSpMkLst>
        </pc:cxnChg>
        <pc:cxnChg chg="add mod">
          <ac:chgData name="Jonah St. Hilaire" userId="9d0a7af2-d0bd-4748-b50b-5cc37e0fdaa3" providerId="ADAL" clId="{58AAB240-BB3C-43BA-87E9-80C5D70C8BCC}" dt="2026-09-11T17:01:33.187" v="2940" actId="692"/>
          <ac:cxnSpMkLst>
            <pc:docMk/>
            <pc:sldMk cId="4013437199" sldId="259"/>
            <ac:cxnSpMk id="363" creationId="{C6F45FA7-0DA6-6109-DDF8-B86FD9658613}"/>
          </ac:cxnSpMkLst>
        </pc:cxnChg>
      </pc:sldChg>
      <pc:sldChg chg="addSp delSp modSp new mod ord">
        <pc:chgData name="Jonah St. Hilaire" userId="9d0a7af2-d0bd-4748-b50b-5cc37e0fdaa3" providerId="ADAL" clId="{58AAB240-BB3C-43BA-87E9-80C5D70C8BCC}" dt="2026-09-14T20:46:04.549" v="4527" actId="1076"/>
        <pc:sldMkLst>
          <pc:docMk/>
          <pc:sldMk cId="3939624714" sldId="260"/>
        </pc:sldMkLst>
        <pc:spChg chg="add mod">
          <ac:chgData name="Jonah St. Hilaire" userId="9d0a7af2-d0bd-4748-b50b-5cc37e0fdaa3" providerId="ADAL" clId="{58AAB240-BB3C-43BA-87E9-80C5D70C8BCC}" dt="2026-09-14T20:45:23.476" v="4511" actId="1076"/>
          <ac:spMkLst>
            <pc:docMk/>
            <pc:sldMk cId="3939624714" sldId="260"/>
            <ac:spMk id="3" creationId="{C3BBE6A5-3C97-F5B0-6863-9B56ADA7844D}"/>
          </ac:spMkLst>
        </pc:spChg>
        <pc:spChg chg="add mod">
          <ac:chgData name="Jonah St. Hilaire" userId="9d0a7af2-d0bd-4748-b50b-5cc37e0fdaa3" providerId="ADAL" clId="{58AAB240-BB3C-43BA-87E9-80C5D70C8BCC}" dt="2026-09-14T20:45:27.605" v="4512" actId="1076"/>
          <ac:spMkLst>
            <pc:docMk/>
            <pc:sldMk cId="3939624714" sldId="260"/>
            <ac:spMk id="5" creationId="{D47D480B-E811-86A6-5D2C-A562B8EB082B}"/>
          </ac:spMkLst>
        </pc:spChg>
        <pc:spChg chg="add mod">
          <ac:chgData name="Jonah St. Hilaire" userId="9d0a7af2-d0bd-4748-b50b-5cc37e0fdaa3" providerId="ADAL" clId="{58AAB240-BB3C-43BA-87E9-80C5D70C8BCC}" dt="2026-09-14T20:46:04.549" v="4527" actId="1076"/>
          <ac:spMkLst>
            <pc:docMk/>
            <pc:sldMk cId="3939624714" sldId="260"/>
            <ac:spMk id="7" creationId="{50782D2E-93E4-C2B2-9252-B8B897A66EA3}"/>
          </ac:spMkLst>
        </pc:spChg>
        <pc:spChg chg="mod">
          <ac:chgData name="Jonah St. Hilaire" userId="9d0a7af2-d0bd-4748-b50b-5cc37e0fdaa3" providerId="ADAL" clId="{58AAB240-BB3C-43BA-87E9-80C5D70C8BCC}" dt="2026-09-11T19:19:34.284" v="3885" actId="1036"/>
          <ac:spMkLst>
            <pc:docMk/>
            <pc:sldMk cId="3939624714" sldId="260"/>
            <ac:spMk id="37" creationId="{FBDFE451-9839-FFFD-F25D-F5BBD801412D}"/>
          </ac:spMkLst>
        </pc:spChg>
        <pc:spChg chg="mod">
          <ac:chgData name="Jonah St. Hilaire" userId="9d0a7af2-d0bd-4748-b50b-5cc37e0fdaa3" providerId="ADAL" clId="{58AAB240-BB3C-43BA-87E9-80C5D70C8BCC}" dt="2026-09-11T19:01:08.546" v="3378" actId="1035"/>
          <ac:spMkLst>
            <pc:docMk/>
            <pc:sldMk cId="3939624714" sldId="260"/>
            <ac:spMk id="38" creationId="{9B3E3F47-0FD2-6065-0067-D6DD1154581B}"/>
          </ac:spMkLst>
        </pc:spChg>
        <pc:spChg chg="mod">
          <ac:chgData name="Jonah St. Hilaire" userId="9d0a7af2-d0bd-4748-b50b-5cc37e0fdaa3" providerId="ADAL" clId="{58AAB240-BB3C-43BA-87E9-80C5D70C8BCC}" dt="2026-09-11T19:01:01.660" v="3361" actId="1036"/>
          <ac:spMkLst>
            <pc:docMk/>
            <pc:sldMk cId="3939624714" sldId="260"/>
            <ac:spMk id="48" creationId="{5CAED1DB-7B4E-FA70-92F3-BD78C6D871E0}"/>
          </ac:spMkLst>
        </pc:spChg>
        <pc:spChg chg="mod">
          <ac:chgData name="Jonah St. Hilaire" userId="9d0a7af2-d0bd-4748-b50b-5cc37e0fdaa3" providerId="ADAL" clId="{58AAB240-BB3C-43BA-87E9-80C5D70C8BCC}" dt="2026-09-11T19:19:28.566" v="3881" actId="1036"/>
          <ac:spMkLst>
            <pc:docMk/>
            <pc:sldMk cId="3939624714" sldId="260"/>
            <ac:spMk id="49" creationId="{B93323AD-BDAC-30E0-3792-C1ACD85790DC}"/>
          </ac:spMkLst>
        </pc:spChg>
        <pc:spChg chg="mod">
          <ac:chgData name="Jonah St. Hilaire" userId="9d0a7af2-d0bd-4748-b50b-5cc37e0fdaa3" providerId="ADAL" clId="{58AAB240-BB3C-43BA-87E9-80C5D70C8BCC}" dt="2026-09-11T19:01:31.102" v="3429" actId="1035"/>
          <ac:spMkLst>
            <pc:docMk/>
            <pc:sldMk cId="3939624714" sldId="260"/>
            <ac:spMk id="50" creationId="{C829D976-CFD4-B889-F33F-996F3602185E}"/>
          </ac:spMkLst>
        </pc:spChg>
        <pc:spChg chg="mod">
          <ac:chgData name="Jonah St. Hilaire" userId="9d0a7af2-d0bd-4748-b50b-5cc37e0fdaa3" providerId="ADAL" clId="{58AAB240-BB3C-43BA-87E9-80C5D70C8BCC}" dt="2026-09-11T19:01:24.260" v="3412" actId="1036"/>
          <ac:spMkLst>
            <pc:docMk/>
            <pc:sldMk cId="3939624714" sldId="260"/>
            <ac:spMk id="54" creationId="{1F527208-CE83-9CC8-0F15-13A809D22C71}"/>
          </ac:spMkLst>
        </pc:spChg>
        <pc:spChg chg="mod">
          <ac:chgData name="Jonah St. Hilaire" userId="9d0a7af2-d0bd-4748-b50b-5cc37e0fdaa3" providerId="ADAL" clId="{58AAB240-BB3C-43BA-87E9-80C5D70C8BCC}" dt="2026-09-11T18:56:13.362" v="3026" actId="403"/>
          <ac:spMkLst>
            <pc:docMk/>
            <pc:sldMk cId="3939624714" sldId="260"/>
            <ac:spMk id="58" creationId="{8C220D67-50CF-9A97-B5D8-0EDF5C7C5878}"/>
          </ac:spMkLst>
        </pc:spChg>
        <pc:spChg chg="add mod">
          <ac:chgData name="Jonah St. Hilaire" userId="9d0a7af2-d0bd-4748-b50b-5cc37e0fdaa3" providerId="ADAL" clId="{58AAB240-BB3C-43BA-87E9-80C5D70C8BCC}" dt="2026-09-11T19:08:51.004" v="3564" actId="6549"/>
          <ac:spMkLst>
            <pc:docMk/>
            <pc:sldMk cId="3939624714" sldId="260"/>
            <ac:spMk id="62" creationId="{CF6368D6-3F24-A703-3AFB-F5F085D84E79}"/>
          </ac:spMkLst>
        </pc:spChg>
        <pc:spChg chg="mod">
          <ac:chgData name="Jonah St. Hilaire" userId="9d0a7af2-d0bd-4748-b50b-5cc37e0fdaa3" providerId="ADAL" clId="{58AAB240-BB3C-43BA-87E9-80C5D70C8BCC}" dt="2026-09-11T19:09:45.596" v="3587" actId="1076"/>
          <ac:spMkLst>
            <pc:docMk/>
            <pc:sldMk cId="3939624714" sldId="260"/>
            <ac:spMk id="63" creationId="{9AE10280-1EC7-1238-A8B9-006F1215771C}"/>
          </ac:spMkLst>
        </pc:spChg>
        <pc:spChg chg="mod">
          <ac:chgData name="Jonah St. Hilaire" userId="9d0a7af2-d0bd-4748-b50b-5cc37e0fdaa3" providerId="ADAL" clId="{58AAB240-BB3C-43BA-87E9-80C5D70C8BCC}" dt="2026-09-11T19:09:32.234" v="3585" actId="1076"/>
          <ac:spMkLst>
            <pc:docMk/>
            <pc:sldMk cId="3939624714" sldId="260"/>
            <ac:spMk id="64" creationId="{9FC05BC8-2172-47A6-5D2D-7377AE1E6A9A}"/>
          </ac:spMkLst>
        </pc:spChg>
        <pc:spChg chg="mod">
          <ac:chgData name="Jonah St. Hilaire" userId="9d0a7af2-d0bd-4748-b50b-5cc37e0fdaa3" providerId="ADAL" clId="{58AAB240-BB3C-43BA-87E9-80C5D70C8BCC}" dt="2026-09-11T19:19:54.871" v="3893" actId="1036"/>
          <ac:spMkLst>
            <pc:docMk/>
            <pc:sldMk cId="3939624714" sldId="260"/>
            <ac:spMk id="69" creationId="{9EFDBFE4-E150-DD87-9D13-C9B88334697D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0" creationId="{8AF26AEA-2423-ECDC-05F3-9301A73BBC77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1" creationId="{14E5489B-AFC9-D6C9-A525-293DEADAEE7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6" creationId="{4FA48348-CA0D-A5D6-5065-92F44A37939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7" creationId="{29C995B9-80E2-829A-BE5D-BBEEDEFB8146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8" creationId="{BDB6BE53-AF40-DC13-B811-C800FE999F05}"/>
          </ac:spMkLst>
        </pc:spChg>
        <pc:spChg chg="mod">
          <ac:chgData name="Jonah St. Hilaire" userId="9d0a7af2-d0bd-4748-b50b-5cc37e0fdaa3" providerId="ADAL" clId="{58AAB240-BB3C-43BA-87E9-80C5D70C8BCC}" dt="2026-09-11T19:30:37.203" v="4206" actId="1035"/>
          <ac:spMkLst>
            <pc:docMk/>
            <pc:sldMk cId="3939624714" sldId="260"/>
            <ac:spMk id="86" creationId="{44F634DB-A780-4B04-CB0F-D71DF45B8C19}"/>
          </ac:spMkLst>
        </pc:spChg>
        <pc:spChg chg="mod">
          <ac:chgData name="Jonah St. Hilaire" userId="9d0a7af2-d0bd-4748-b50b-5cc37e0fdaa3" providerId="ADAL" clId="{58AAB240-BB3C-43BA-87E9-80C5D70C8BCC}" dt="2026-09-11T19:30:44.061" v="4214" actId="1036"/>
          <ac:spMkLst>
            <pc:docMk/>
            <pc:sldMk cId="3939624714" sldId="260"/>
            <ac:spMk id="87" creationId="{4C4B0550-9F66-3AE6-96A7-FC81C44C7784}"/>
          </ac:spMkLst>
        </pc:spChg>
        <pc:spChg chg="add mod ord">
          <ac:chgData name="Jonah St. Hilaire" userId="9d0a7af2-d0bd-4748-b50b-5cc37e0fdaa3" providerId="ADAL" clId="{58AAB240-BB3C-43BA-87E9-80C5D70C8BCC}" dt="2026-09-11T19:00:20.567" v="3300" actId="1076"/>
          <ac:spMkLst>
            <pc:docMk/>
            <pc:sldMk cId="3939624714" sldId="260"/>
            <ac:spMk id="96" creationId="{249278D5-3A21-D694-1293-4B0578EA938E}"/>
          </ac:spMkLst>
        </pc:spChg>
        <pc:spChg chg="add mod">
          <ac:chgData name="Jonah St. Hilaire" userId="9d0a7af2-d0bd-4748-b50b-5cc37e0fdaa3" providerId="ADAL" clId="{58AAB240-BB3C-43BA-87E9-80C5D70C8BCC}" dt="2026-09-11T18:58:43.306" v="3114" actId="1038"/>
          <ac:spMkLst>
            <pc:docMk/>
            <pc:sldMk cId="3939624714" sldId="260"/>
            <ac:spMk id="98" creationId="{B4677F72-73BF-6C82-69F1-359AFD66CBF2}"/>
          </ac:spMkLst>
        </pc:spChg>
        <pc:spChg chg="add mod">
          <ac:chgData name="Jonah St. Hilaire" userId="9d0a7af2-d0bd-4748-b50b-5cc37e0fdaa3" providerId="ADAL" clId="{58AAB240-BB3C-43BA-87E9-80C5D70C8BCC}" dt="2026-09-11T19:19:22.584" v="3877" actId="1076"/>
          <ac:spMkLst>
            <pc:docMk/>
            <pc:sldMk cId="3939624714" sldId="260"/>
            <ac:spMk id="100" creationId="{E9A23ADF-0B78-C5AC-925A-E664992EC5FE}"/>
          </ac:spMkLst>
        </pc:spChg>
        <pc:spChg chg="mod">
          <ac:chgData name="Jonah St. Hilaire" userId="9d0a7af2-d0bd-4748-b50b-5cc37e0fdaa3" providerId="ADAL" clId="{58AAB240-BB3C-43BA-87E9-80C5D70C8BCC}" dt="2026-09-11T17:05:53.771" v="2998" actId="20577"/>
          <ac:spMkLst>
            <pc:docMk/>
            <pc:sldMk cId="3939624714" sldId="260"/>
            <ac:spMk id="102" creationId="{9B1082D1-6CDD-9B18-C7DD-8265702DAFCC}"/>
          </ac:spMkLst>
        </pc:spChg>
        <pc:spChg chg="add mod">
          <ac:chgData name="Jonah St. Hilaire" userId="9d0a7af2-d0bd-4748-b50b-5cc37e0fdaa3" providerId="ADAL" clId="{58AAB240-BB3C-43BA-87E9-80C5D70C8BCC}" dt="2026-09-11T19:00:45.380" v="3322" actId="1036"/>
          <ac:spMkLst>
            <pc:docMk/>
            <pc:sldMk cId="3939624714" sldId="260"/>
            <ac:spMk id="104" creationId="{66AD3431-F0EF-38E0-E861-D875E9DB74FF}"/>
          </ac:spMkLst>
        </pc:spChg>
        <pc:spChg chg="add mod">
          <ac:chgData name="Jonah St. Hilaire" userId="9d0a7af2-d0bd-4748-b50b-5cc37e0fdaa3" providerId="ADAL" clId="{58AAB240-BB3C-43BA-87E9-80C5D70C8BCC}" dt="2026-09-11T19:20:11.231" v="3896" actId="1036"/>
          <ac:spMkLst>
            <pc:docMk/>
            <pc:sldMk cId="3939624714" sldId="260"/>
            <ac:spMk id="105" creationId="{CCC12389-8864-F569-77A6-612A551E7258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2" creationId="{528229A5-90A8-8C9D-BA8F-4A3FFAFF15DB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3" creationId="{DE73AA42-3F59-F387-58DD-97566C67D03F}"/>
          </ac:spMkLst>
        </pc:spChg>
        <pc:spChg chg="add mod">
          <ac:chgData name="Jonah St. Hilaire" userId="9d0a7af2-d0bd-4748-b50b-5cc37e0fdaa3" providerId="ADAL" clId="{58AAB240-BB3C-43BA-87E9-80C5D70C8BCC}" dt="2026-09-11T19:12:50.012" v="3757" actId="1076"/>
          <ac:spMkLst>
            <pc:docMk/>
            <pc:sldMk cId="3939624714" sldId="260"/>
            <ac:spMk id="130" creationId="{0A140CFC-A511-65AC-7E44-CDCE0938D580}"/>
          </ac:spMkLst>
        </pc:spChg>
        <pc:spChg chg="add mod">
          <ac:chgData name="Jonah St. Hilaire" userId="9d0a7af2-d0bd-4748-b50b-5cc37e0fdaa3" providerId="ADAL" clId="{58AAB240-BB3C-43BA-87E9-80C5D70C8BCC}" dt="2026-09-11T19:12:45.446" v="3756" actId="1076"/>
          <ac:spMkLst>
            <pc:docMk/>
            <pc:sldMk cId="3939624714" sldId="260"/>
            <ac:spMk id="132" creationId="{B5F3CDE1-66F7-7535-ECAC-803B9C7BAC7C}"/>
          </ac:spMkLst>
        </pc:spChg>
        <pc:spChg chg="add mod">
          <ac:chgData name="Jonah St. Hilaire" userId="9d0a7af2-d0bd-4748-b50b-5cc37e0fdaa3" providerId="ADAL" clId="{58AAB240-BB3C-43BA-87E9-80C5D70C8BCC}" dt="2026-09-11T19:12:18.038" v="3745"/>
          <ac:spMkLst>
            <pc:docMk/>
            <pc:sldMk cId="3939624714" sldId="260"/>
            <ac:spMk id="133" creationId="{DE9192D8-A5F1-34BB-4891-DCA8CAFF9432}"/>
          </ac:spMkLst>
        </pc:spChg>
        <pc:spChg chg="add mod">
          <ac:chgData name="Jonah St. Hilaire" userId="9d0a7af2-d0bd-4748-b50b-5cc37e0fdaa3" providerId="ADAL" clId="{58AAB240-BB3C-43BA-87E9-80C5D70C8BCC}" dt="2026-09-11T19:27:20.822" v="4155" actId="1036"/>
          <ac:spMkLst>
            <pc:docMk/>
            <pc:sldMk cId="3939624714" sldId="260"/>
            <ac:spMk id="134" creationId="{51DBB2B5-D36A-652C-70A5-852F0397F15C}"/>
          </ac:spMkLst>
        </pc:spChg>
        <pc:spChg chg="add mod">
          <ac:chgData name="Jonah St. Hilaire" userId="9d0a7af2-d0bd-4748-b50b-5cc37e0fdaa3" providerId="ADAL" clId="{58AAB240-BB3C-43BA-87E9-80C5D70C8BCC}" dt="2026-09-11T19:31:22.995" v="4220" actId="403"/>
          <ac:spMkLst>
            <pc:docMk/>
            <pc:sldMk cId="3939624714" sldId="260"/>
            <ac:spMk id="141" creationId="{742D2B03-1F23-9669-2D1E-CE9D366348C3}"/>
          </ac:spMkLst>
        </pc:spChg>
        <pc:spChg chg="add mod">
          <ac:chgData name="Jonah St. Hilaire" userId="9d0a7af2-d0bd-4748-b50b-5cc37e0fdaa3" providerId="ADAL" clId="{58AAB240-BB3C-43BA-87E9-80C5D70C8BCC}" dt="2026-09-11T19:31:17.727" v="4218" actId="404"/>
          <ac:spMkLst>
            <pc:docMk/>
            <pc:sldMk cId="3939624714" sldId="260"/>
            <ac:spMk id="145" creationId="{DA1019A9-2D4F-511A-761B-48D022936F52}"/>
          </ac:spMkLst>
        </pc:spChg>
        <pc:spChg chg="add mod">
          <ac:chgData name="Jonah St. Hilaire" userId="9d0a7af2-d0bd-4748-b50b-5cc37e0fdaa3" providerId="ADAL" clId="{58AAB240-BB3C-43BA-87E9-80C5D70C8BCC}" dt="2026-09-11T19:16:54.406" v="3807" actId="1076"/>
          <ac:spMkLst>
            <pc:docMk/>
            <pc:sldMk cId="3939624714" sldId="260"/>
            <ac:spMk id="150" creationId="{17961D1E-37EF-54E7-4FB2-232A69AA401C}"/>
          </ac:spMkLst>
        </pc:spChg>
        <pc:spChg chg="add mod ord">
          <ac:chgData name="Jonah St. Hilaire" userId="9d0a7af2-d0bd-4748-b50b-5cc37e0fdaa3" providerId="ADAL" clId="{58AAB240-BB3C-43BA-87E9-80C5D70C8BCC}" dt="2026-09-11T19:30:01.483" v="4181" actId="166"/>
          <ac:spMkLst>
            <pc:docMk/>
            <pc:sldMk cId="3939624714" sldId="260"/>
            <ac:spMk id="161" creationId="{E80EA663-04E1-A6F5-830B-C5D4E757B494}"/>
          </ac:spMkLst>
        </pc:spChg>
        <pc:spChg chg="add mod">
          <ac:chgData name="Jonah St. Hilaire" userId="9d0a7af2-d0bd-4748-b50b-5cc37e0fdaa3" providerId="ADAL" clId="{58AAB240-BB3C-43BA-87E9-80C5D70C8BCC}" dt="2026-09-11T19:31:40.879" v="4224" actId="692"/>
          <ac:spMkLst>
            <pc:docMk/>
            <pc:sldMk cId="3939624714" sldId="260"/>
            <ac:spMk id="164" creationId="{F47238B4-2A10-4554-DE0A-2E422D35DF69}"/>
          </ac:spMkLst>
        </pc:spChg>
        <pc:spChg chg="add mod">
          <ac:chgData name="Jonah St. Hilaire" userId="9d0a7af2-d0bd-4748-b50b-5cc37e0fdaa3" providerId="ADAL" clId="{58AAB240-BB3C-43BA-87E9-80C5D70C8BCC}" dt="2026-09-11T19:28:14.640" v="4161" actId="1035"/>
          <ac:spMkLst>
            <pc:docMk/>
            <pc:sldMk cId="3939624714" sldId="260"/>
            <ac:spMk id="166" creationId="{10DAA87F-9EE7-A9A1-E820-C947D9E52EAC}"/>
          </ac:spMkLst>
        </pc:spChg>
        <pc:spChg chg="add mod">
          <ac:chgData name="Jonah St. Hilaire" userId="9d0a7af2-d0bd-4748-b50b-5cc37e0fdaa3" providerId="ADAL" clId="{58AAB240-BB3C-43BA-87E9-80C5D70C8BCC}" dt="2026-09-11T19:28:20.503" v="4162" actId="1076"/>
          <ac:spMkLst>
            <pc:docMk/>
            <pc:sldMk cId="3939624714" sldId="260"/>
            <ac:spMk id="168" creationId="{9F7236E9-0115-DE49-32E6-D9925423328A}"/>
          </ac:spMkLst>
        </pc:spChg>
        <pc:spChg chg="add mod">
          <ac:chgData name="Jonah St. Hilaire" userId="9d0a7af2-d0bd-4748-b50b-5cc37e0fdaa3" providerId="ADAL" clId="{58AAB240-BB3C-43BA-87E9-80C5D70C8BCC}" dt="2026-09-11T19:31:35.905" v="4222" actId="692"/>
          <ac:spMkLst>
            <pc:docMk/>
            <pc:sldMk cId="3939624714" sldId="260"/>
            <ac:spMk id="172" creationId="{C997BBB3-9383-64EF-9FA9-27AC2ABBDF8E}"/>
          </ac:spMkLst>
        </pc:spChg>
        <pc:spChg chg="add mod">
          <ac:chgData name="Jonah St. Hilaire" userId="9d0a7af2-d0bd-4748-b50b-5cc37e0fdaa3" providerId="ADAL" clId="{58AAB240-BB3C-43BA-87E9-80C5D70C8BCC}" dt="2026-09-11T19:26:18.319" v="4142" actId="1076"/>
          <ac:spMkLst>
            <pc:docMk/>
            <pc:sldMk cId="3939624714" sldId="260"/>
            <ac:spMk id="174" creationId="{53E67075-02A2-7A76-33B9-ADA2A7D0738E}"/>
          </ac:spMkLst>
        </pc:spChg>
        <pc:spChg chg="add mod">
          <ac:chgData name="Jonah St. Hilaire" userId="9d0a7af2-d0bd-4748-b50b-5cc37e0fdaa3" providerId="ADAL" clId="{58AAB240-BB3C-43BA-87E9-80C5D70C8BCC}" dt="2026-09-11T19:27:33.041" v="4156" actId="1076"/>
          <ac:spMkLst>
            <pc:docMk/>
            <pc:sldMk cId="3939624714" sldId="260"/>
            <ac:spMk id="176" creationId="{8D3B1A68-0757-97AB-86FE-295CA388AF45}"/>
          </ac:spMkLst>
        </pc:spChg>
        <pc:spChg chg="add mod">
          <ac:chgData name="Jonah St. Hilaire" userId="9d0a7af2-d0bd-4748-b50b-5cc37e0fdaa3" providerId="ADAL" clId="{58AAB240-BB3C-43BA-87E9-80C5D70C8BCC}" dt="2026-09-11T19:34:09.560" v="4243"/>
          <ac:spMkLst>
            <pc:docMk/>
            <pc:sldMk cId="3939624714" sldId="260"/>
            <ac:spMk id="205" creationId="{FBBE4EF6-3D1C-E4A6-E929-6044A5C248D0}"/>
          </ac:spMkLst>
        </pc:spChg>
        <pc:spChg chg="add mod">
          <ac:chgData name="Jonah St. Hilaire" userId="9d0a7af2-d0bd-4748-b50b-5cc37e0fdaa3" providerId="ADAL" clId="{58AAB240-BB3C-43BA-87E9-80C5D70C8BCC}" dt="2026-09-11T19:34:29.126" v="4252" actId="1076"/>
          <ac:spMkLst>
            <pc:docMk/>
            <pc:sldMk cId="3939624714" sldId="260"/>
            <ac:spMk id="207" creationId="{898B7E5A-375A-5176-C9F1-F05B521D91F3}"/>
          </ac:spMkLst>
        </pc:spChg>
        <pc:grpChg chg="add mod">
          <ac:chgData name="Jonah St. Hilaire" userId="9d0a7af2-d0bd-4748-b50b-5cc37e0fdaa3" providerId="ADAL" clId="{58AAB240-BB3C-43BA-87E9-80C5D70C8BCC}" dt="2026-09-11T18:55:40.122" v="3020" actId="1076"/>
          <ac:grpSpMkLst>
            <pc:docMk/>
            <pc:sldMk cId="3939624714" sldId="260"/>
            <ac:grpSpMk id="101" creationId="{289B4344-44B1-7B7B-6582-107B59ACA215}"/>
          </ac:grpSpMkLst>
        </pc:grpChg>
        <pc:picChg chg="mod">
          <ac:chgData name="Jonah St. Hilaire" userId="9d0a7af2-d0bd-4748-b50b-5cc37e0fdaa3" providerId="ADAL" clId="{58AAB240-BB3C-43BA-87E9-80C5D70C8BCC}" dt="2026-09-11T17:05:26.131" v="2990"/>
          <ac:picMkLst>
            <pc:docMk/>
            <pc:sldMk cId="3939624714" sldId="260"/>
            <ac:picMk id="103" creationId="{B554567E-38EA-F25D-5AD3-FD5BD2ADF56C}"/>
          </ac:picMkLst>
        </pc:pic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1" creationId="{6E9F90DC-8987-E569-754E-7AC7ECBB7066}"/>
          </ac:cxnSpMkLst>
        </pc:cxnChg>
        <pc:cxnChg chg="mod">
          <ac:chgData name="Jonah St. Hilaire" userId="9d0a7af2-d0bd-4748-b50b-5cc37e0fdaa3" providerId="ADAL" clId="{58AAB240-BB3C-43BA-87E9-80C5D70C8BCC}" dt="2026-09-11T19:19:34.284" v="3885" actId="1036"/>
          <ac:cxnSpMkLst>
            <pc:docMk/>
            <pc:sldMk cId="3939624714" sldId="260"/>
            <ac:cxnSpMk id="42" creationId="{D18FD87D-E621-3D5E-B974-0F53449B4ED3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3" creationId="{B6EFC526-1190-3AB7-243B-3DE425F580E0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1" creationId="{4973E29C-5678-F8AB-3DE2-DA12834F5F48}"/>
          </ac:cxnSpMkLst>
        </pc:cxnChg>
        <pc:cxnChg chg="mod">
          <ac:chgData name="Jonah St. Hilaire" userId="9d0a7af2-d0bd-4748-b50b-5cc37e0fdaa3" providerId="ADAL" clId="{58AAB240-BB3C-43BA-87E9-80C5D70C8BCC}" dt="2026-09-11T19:19:28.566" v="3881" actId="1036"/>
          <ac:cxnSpMkLst>
            <pc:docMk/>
            <pc:sldMk cId="3939624714" sldId="260"/>
            <ac:cxnSpMk id="52" creationId="{83EC3F8C-8DA3-1793-14AC-56FB6AC421EB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3" creationId="{1A0D0277-301B-C16B-0249-1359C5F21C1F}"/>
          </ac:cxnSpMkLst>
        </pc:cxnChg>
        <pc:cxnChg chg="mod">
          <ac:chgData name="Jonah St. Hilaire" userId="9d0a7af2-d0bd-4748-b50b-5cc37e0fdaa3" providerId="ADAL" clId="{58AAB240-BB3C-43BA-87E9-80C5D70C8BCC}" dt="2026-09-11T17:06:05.538" v="3001" actId="478"/>
          <ac:cxnSpMkLst>
            <pc:docMk/>
            <pc:sldMk cId="3939624714" sldId="260"/>
            <ac:cxnSpMk id="59" creationId="{3778F81B-D88E-C816-B1ED-0FC7FA51F03D}"/>
          </ac:cxnSpMkLst>
        </pc:cxnChg>
        <pc:cxnChg chg="mod">
          <ac:chgData name="Jonah St. Hilaire" userId="9d0a7af2-d0bd-4748-b50b-5cc37e0fdaa3" providerId="ADAL" clId="{58AAB240-BB3C-43BA-87E9-80C5D70C8BCC}" dt="2026-09-11T19:19:55.379" v="3894" actId="1036"/>
          <ac:cxnSpMkLst>
            <pc:docMk/>
            <pc:sldMk cId="3939624714" sldId="260"/>
            <ac:cxnSpMk id="61" creationId="{7015D3E5-6C3F-06C8-CCBA-56702FEF2F58}"/>
          </ac:cxnSpMkLst>
        </pc:cxnChg>
        <pc:cxnChg chg="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65" creationId="{F1C84F3D-D834-73FB-BC01-FBDE05687AFA}"/>
          </ac:cxnSpMkLst>
        </pc:cxnChg>
        <pc:cxnChg chg="mod">
          <ac:chgData name="Jonah St. Hilaire" userId="9d0a7af2-d0bd-4748-b50b-5cc37e0fdaa3" providerId="ADAL" clId="{58AAB240-BB3C-43BA-87E9-80C5D70C8BCC}" dt="2026-09-11T19:04:38.591" v="3505" actId="692"/>
          <ac:cxnSpMkLst>
            <pc:docMk/>
            <pc:sldMk cId="3939624714" sldId="260"/>
            <ac:cxnSpMk id="72" creationId="{B61A0E80-7B83-290C-D930-EBE748FC11A1}"/>
          </ac:cxnSpMkLst>
        </pc:cxnChg>
        <pc:cxnChg chg="mod">
          <ac:chgData name="Jonah St. Hilaire" userId="9d0a7af2-d0bd-4748-b50b-5cc37e0fdaa3" providerId="ADAL" clId="{58AAB240-BB3C-43BA-87E9-80C5D70C8BCC}" dt="2026-09-11T19:04:34.306" v="3504" actId="692"/>
          <ac:cxnSpMkLst>
            <pc:docMk/>
            <pc:sldMk cId="3939624714" sldId="260"/>
            <ac:cxnSpMk id="74" creationId="{BA13FE3F-71B2-66AB-086C-0E739BCDAB7F}"/>
          </ac:cxnSpMkLst>
        </pc:cxnChg>
        <pc:cxnChg chg="mod">
          <ac:chgData name="Jonah St. Hilaire" userId="9d0a7af2-d0bd-4748-b50b-5cc37e0fdaa3" providerId="ADAL" clId="{58AAB240-BB3C-43BA-87E9-80C5D70C8BCC}" dt="2026-09-11T19:04:41.500" v="3506" actId="692"/>
          <ac:cxnSpMkLst>
            <pc:docMk/>
            <pc:sldMk cId="3939624714" sldId="260"/>
            <ac:cxnSpMk id="75" creationId="{9BF9A0F2-F199-7A80-7DB8-D596C81B21A4}"/>
          </ac:cxnSpMkLst>
        </pc:cxnChg>
        <pc:cxnChg chg="add mod">
          <ac:chgData name="Jonah St. Hilaire" userId="9d0a7af2-d0bd-4748-b50b-5cc37e0fdaa3" providerId="ADAL" clId="{58AAB240-BB3C-43BA-87E9-80C5D70C8BCC}" dt="2026-09-11T18:59:21.810" v="3208" actId="1037"/>
          <ac:cxnSpMkLst>
            <pc:docMk/>
            <pc:sldMk cId="3939624714" sldId="260"/>
            <ac:cxnSpMk id="106" creationId="{65B0FBD1-1A7D-EE83-1661-07565DE1615F}"/>
          </ac:cxnSpMkLst>
        </pc:cxnChg>
        <pc:cxnChg chg="add mod">
          <ac:chgData name="Jonah St. Hilaire" userId="9d0a7af2-d0bd-4748-b50b-5cc37e0fdaa3" providerId="ADAL" clId="{58AAB240-BB3C-43BA-87E9-80C5D70C8BCC}" dt="2026-09-11T19:20:11.231" v="3896" actId="1036"/>
          <ac:cxnSpMkLst>
            <pc:docMk/>
            <pc:sldMk cId="3939624714" sldId="260"/>
            <ac:cxnSpMk id="107" creationId="{301AAC26-BA08-6E21-C04E-AB274846DD36}"/>
          </ac:cxnSpMkLst>
        </pc:cxnChg>
        <pc:cxnChg chg="add mod">
          <ac:chgData name="Jonah St. Hilaire" userId="9d0a7af2-d0bd-4748-b50b-5cc37e0fdaa3" providerId="ADAL" clId="{58AAB240-BB3C-43BA-87E9-80C5D70C8BCC}" dt="2026-09-11T19:22:22.873" v="4046" actId="1035"/>
          <ac:cxnSpMkLst>
            <pc:docMk/>
            <pc:sldMk cId="3939624714" sldId="260"/>
            <ac:cxnSpMk id="110" creationId="{B91F3F81-9B49-BFAE-3D76-DFB84D06DEE1}"/>
          </ac:cxnSpMkLst>
        </pc:cxnChg>
        <pc:cxnChg chg="add mod">
          <ac:chgData name="Jonah St. Hilaire" userId="9d0a7af2-d0bd-4748-b50b-5cc37e0fdaa3" providerId="ADAL" clId="{58AAB240-BB3C-43BA-87E9-80C5D70C8BCC}" dt="2026-09-11T19:22:13.449" v="4041" actId="1035"/>
          <ac:cxnSpMkLst>
            <pc:docMk/>
            <pc:sldMk cId="3939624714" sldId="260"/>
            <ac:cxnSpMk id="111" creationId="{A3374864-25AC-40E1-D491-4654C3698172}"/>
          </ac:cxnSpMkLst>
        </pc:cxnChg>
        <pc:cxnChg chg="add 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123" creationId="{2391AB53-EC21-7CE6-1B56-E7741565953F}"/>
          </ac:cxnSpMkLst>
        </pc:cxnChg>
        <pc:cxnChg chg="add mod">
          <ac:chgData name="Jonah St. Hilaire" userId="9d0a7af2-d0bd-4748-b50b-5cc37e0fdaa3" providerId="ADAL" clId="{58AAB240-BB3C-43BA-87E9-80C5D70C8BCC}" dt="2026-09-11T19:11:58.315" v="3738" actId="1037"/>
          <ac:cxnSpMkLst>
            <pc:docMk/>
            <pc:sldMk cId="3939624714" sldId="260"/>
            <ac:cxnSpMk id="135" creationId="{A7677BFD-5778-2AD9-4E54-B8EA3560AADD}"/>
          </ac:cxnSpMkLst>
        </pc:cxnChg>
        <pc:cxnChg chg="add mod">
          <ac:chgData name="Jonah St. Hilaire" userId="9d0a7af2-d0bd-4748-b50b-5cc37e0fdaa3" providerId="ADAL" clId="{58AAB240-BB3C-43BA-87E9-80C5D70C8BCC}" dt="2026-09-11T19:27:20.822" v="4155" actId="1036"/>
          <ac:cxnSpMkLst>
            <pc:docMk/>
            <pc:sldMk cId="3939624714" sldId="260"/>
            <ac:cxnSpMk id="136" creationId="{6EA55729-B720-0CB7-A503-3FFEF2D56B3F}"/>
          </ac:cxnSpMkLst>
        </pc:cxnChg>
        <pc:cxnChg chg="add mod">
          <ac:chgData name="Jonah St. Hilaire" userId="9d0a7af2-d0bd-4748-b50b-5cc37e0fdaa3" providerId="ADAL" clId="{58AAB240-BB3C-43BA-87E9-80C5D70C8BCC}" dt="2026-09-11T19:15:01.199" v="3784" actId="1076"/>
          <ac:cxnSpMkLst>
            <pc:docMk/>
            <pc:sldMk cId="3939624714" sldId="260"/>
            <ac:cxnSpMk id="143" creationId="{3ED93ABE-34DB-60BD-0881-E5CE40AB83AB}"/>
          </ac:cxnSpMkLst>
        </pc:cxnChg>
        <pc:cxnChg chg="add mod">
          <ac:chgData name="Jonah St. Hilaire" userId="9d0a7af2-d0bd-4748-b50b-5cc37e0fdaa3" providerId="ADAL" clId="{58AAB240-BB3C-43BA-87E9-80C5D70C8BCC}" dt="2026-09-11T19:22:45.582" v="4048" actId="1036"/>
          <ac:cxnSpMkLst>
            <pc:docMk/>
            <pc:sldMk cId="3939624714" sldId="260"/>
            <ac:cxnSpMk id="146" creationId="{5ECB1BDD-9D41-C99D-1BDC-E7491586497D}"/>
          </ac:cxnSpMkLst>
        </pc:cxnChg>
        <pc:cxnChg chg="add mod">
          <ac:chgData name="Jonah St. Hilaire" userId="9d0a7af2-d0bd-4748-b50b-5cc37e0fdaa3" providerId="ADAL" clId="{58AAB240-BB3C-43BA-87E9-80C5D70C8BCC}" dt="2026-09-11T19:27:52.003" v="4157" actId="692"/>
          <ac:cxnSpMkLst>
            <pc:docMk/>
            <pc:sldMk cId="3939624714" sldId="260"/>
            <ac:cxnSpMk id="178" creationId="{0992CBC5-F175-D5DF-B6D2-2818E334296E}"/>
          </ac:cxnSpMkLst>
        </pc:cxnChg>
        <pc:cxnChg chg="add mod">
          <ac:chgData name="Jonah St. Hilaire" userId="9d0a7af2-d0bd-4748-b50b-5cc37e0fdaa3" providerId="ADAL" clId="{58AAB240-BB3C-43BA-87E9-80C5D70C8BCC}" dt="2026-09-11T19:28:14.640" v="4161" actId="1035"/>
          <ac:cxnSpMkLst>
            <pc:docMk/>
            <pc:sldMk cId="3939624714" sldId="260"/>
            <ac:cxnSpMk id="181" creationId="{55B85A1B-CE18-A933-EE99-B698A5B6E008}"/>
          </ac:cxnSpMkLst>
        </pc:cxnChg>
        <pc:cxnChg chg="add mod">
          <ac:chgData name="Jonah St. Hilaire" userId="9d0a7af2-d0bd-4748-b50b-5cc37e0fdaa3" providerId="ADAL" clId="{58AAB240-BB3C-43BA-87E9-80C5D70C8BCC}" dt="2026-09-11T19:29:36.094" v="4175" actId="14100"/>
          <ac:cxnSpMkLst>
            <pc:docMk/>
            <pc:sldMk cId="3939624714" sldId="260"/>
            <ac:cxnSpMk id="189" creationId="{2BDF6C84-786F-17DB-DA5A-02132EFADD5E}"/>
          </ac:cxnSpMkLst>
        </pc:cxnChg>
        <pc:cxnChg chg="add mod">
          <ac:chgData name="Jonah St. Hilaire" userId="9d0a7af2-d0bd-4748-b50b-5cc37e0fdaa3" providerId="ADAL" clId="{58AAB240-BB3C-43BA-87E9-80C5D70C8BCC}" dt="2026-09-11T19:29:59.461" v="4180" actId="14100"/>
          <ac:cxnSpMkLst>
            <pc:docMk/>
            <pc:sldMk cId="3939624714" sldId="260"/>
            <ac:cxnSpMk id="192" creationId="{A3199E7F-4F31-8532-B538-0F8437D1525C}"/>
          </ac:cxnSpMkLst>
        </pc:cxnChg>
        <pc:cxnChg chg="add mod">
          <ac:chgData name="Jonah St. Hilaire" userId="9d0a7af2-d0bd-4748-b50b-5cc37e0fdaa3" providerId="ADAL" clId="{58AAB240-BB3C-43BA-87E9-80C5D70C8BCC}" dt="2026-09-11T19:32:13.521" v="4226" actId="14100"/>
          <ac:cxnSpMkLst>
            <pc:docMk/>
            <pc:sldMk cId="3939624714" sldId="260"/>
            <ac:cxnSpMk id="195" creationId="{A2E2BC6F-DA8A-9C13-E9EF-D2718D240808}"/>
          </ac:cxnSpMkLst>
        </pc:cxnChg>
        <pc:cxnChg chg="add del mod">
          <ac:chgData name="Jonah St. Hilaire" userId="9d0a7af2-d0bd-4748-b50b-5cc37e0fdaa3" providerId="ADAL" clId="{58AAB240-BB3C-43BA-87E9-80C5D70C8BCC}" dt="2026-09-11T19:33:42.370" v="4233" actId="478"/>
          <ac:cxnSpMkLst>
            <pc:docMk/>
            <pc:sldMk cId="3939624714" sldId="260"/>
            <ac:cxnSpMk id="202" creationId="{E5CC4987-2591-D835-7310-272D7507F41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B76C8-650E-46E7-9239-6D2B71F9A944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22375" y="1143000"/>
            <a:ext cx="930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F4A32F-C695-4BF9-863B-752C2D5BBE9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73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4A32F-C695-4BF9-863B-752C2D5BBE9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86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2506"/>
            <a:ext cx="16199644" cy="2494268"/>
          </a:xfrm>
        </p:spPr>
        <p:txBody>
          <a:bodyPr anchor="b"/>
          <a:lstStyle>
            <a:lvl1pPr algn="ctr"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62963"/>
            <a:ext cx="16199644" cy="1729735"/>
          </a:xfrm>
        </p:spPr>
        <p:txBody>
          <a:bodyPr/>
          <a:lstStyle>
            <a:lvl1pPr marL="0" indent="0" algn="ctr">
              <a:buNone/>
              <a:defRPr sz="2507"/>
            </a:lvl1pPr>
            <a:lvl2pPr marL="477637" indent="0" algn="ctr">
              <a:buNone/>
              <a:defRPr sz="2089"/>
            </a:lvl2pPr>
            <a:lvl3pPr marL="955274" indent="0" algn="ctr">
              <a:buNone/>
              <a:defRPr sz="1880"/>
            </a:lvl3pPr>
            <a:lvl4pPr marL="1432911" indent="0" algn="ctr">
              <a:buNone/>
              <a:defRPr sz="1672"/>
            </a:lvl4pPr>
            <a:lvl5pPr marL="1910547" indent="0" algn="ctr">
              <a:buNone/>
              <a:defRPr sz="1672"/>
            </a:lvl5pPr>
            <a:lvl6pPr marL="2388184" indent="0" algn="ctr">
              <a:buNone/>
              <a:defRPr sz="1672"/>
            </a:lvl6pPr>
            <a:lvl7pPr marL="2865821" indent="0" algn="ctr">
              <a:buNone/>
              <a:defRPr sz="1672"/>
            </a:lvl7pPr>
            <a:lvl8pPr marL="3343458" indent="0" algn="ctr">
              <a:buNone/>
              <a:defRPr sz="1672"/>
            </a:lvl8pPr>
            <a:lvl9pPr marL="3821095" indent="0" algn="ctr">
              <a:buNone/>
              <a:defRPr sz="1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708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775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86123"/>
            <a:ext cx="18629590" cy="2980186"/>
          </a:xfrm>
        </p:spPr>
        <p:txBody>
          <a:bodyPr anchor="b"/>
          <a:lstStyle>
            <a:lvl1pPr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794503"/>
            <a:ext cx="18629590" cy="1567209"/>
          </a:xfrm>
        </p:spPr>
        <p:txBody>
          <a:bodyPr/>
          <a:lstStyle>
            <a:lvl1pPr marL="0" indent="0">
              <a:buNone/>
              <a:defRPr sz="2507">
                <a:solidFill>
                  <a:schemeClr val="tx1">
                    <a:tint val="82000"/>
                  </a:schemeClr>
                </a:solidFill>
              </a:defRPr>
            </a:lvl1pPr>
            <a:lvl2pPr marL="477637" indent="0">
              <a:buNone/>
              <a:defRPr sz="2089">
                <a:solidFill>
                  <a:schemeClr val="tx1">
                    <a:tint val="82000"/>
                  </a:schemeClr>
                </a:solidFill>
              </a:defRPr>
            </a:lvl2pPr>
            <a:lvl3pPr marL="955274" indent="0">
              <a:buNone/>
              <a:defRPr sz="1880">
                <a:solidFill>
                  <a:schemeClr val="tx1">
                    <a:tint val="82000"/>
                  </a:schemeClr>
                </a:solidFill>
              </a:defRPr>
            </a:lvl3pPr>
            <a:lvl4pPr marL="143291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4pPr>
            <a:lvl5pPr marL="1910547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5pPr>
            <a:lvl6pPr marL="2388184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6pPr>
            <a:lvl7pPr marL="286582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7pPr>
            <a:lvl8pPr marL="3343458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8pPr>
            <a:lvl9pPr marL="3821095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901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515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1438"/>
            <a:ext cx="18629590" cy="13847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56271"/>
            <a:ext cx="9137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16992"/>
            <a:ext cx="9137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56271"/>
            <a:ext cx="9182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16992"/>
            <a:ext cx="9182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7755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7735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1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1540"/>
            <a:ext cx="10934760" cy="5091359"/>
          </a:xfrm>
        </p:spPr>
        <p:txBody>
          <a:bodyPr/>
          <a:lstStyle>
            <a:lvl1pPr>
              <a:defRPr sz="3343"/>
            </a:lvl1pPr>
            <a:lvl2pPr>
              <a:defRPr sz="2925"/>
            </a:lvl2pPr>
            <a:lvl3pPr>
              <a:defRPr sz="2507"/>
            </a:lvl3pPr>
            <a:lvl4pPr>
              <a:defRPr sz="2089"/>
            </a:lvl4pPr>
            <a:lvl5pPr>
              <a:defRPr sz="2089"/>
            </a:lvl5pPr>
            <a:lvl6pPr>
              <a:defRPr sz="2089"/>
            </a:lvl6pPr>
            <a:lvl7pPr>
              <a:defRPr sz="2089"/>
            </a:lvl7pPr>
            <a:lvl8pPr>
              <a:defRPr sz="2089"/>
            </a:lvl8pPr>
            <a:lvl9pPr>
              <a:defRPr sz="2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056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1540"/>
            <a:ext cx="10934760" cy="5091359"/>
          </a:xfrm>
        </p:spPr>
        <p:txBody>
          <a:bodyPr anchor="t"/>
          <a:lstStyle>
            <a:lvl1pPr marL="0" indent="0">
              <a:buNone/>
              <a:defRPr sz="3343"/>
            </a:lvl1pPr>
            <a:lvl2pPr marL="477637" indent="0">
              <a:buNone/>
              <a:defRPr sz="2925"/>
            </a:lvl2pPr>
            <a:lvl3pPr marL="955274" indent="0">
              <a:buNone/>
              <a:defRPr sz="2507"/>
            </a:lvl3pPr>
            <a:lvl4pPr marL="1432911" indent="0">
              <a:buNone/>
              <a:defRPr sz="2089"/>
            </a:lvl4pPr>
            <a:lvl5pPr marL="1910547" indent="0">
              <a:buNone/>
              <a:defRPr sz="2089"/>
            </a:lvl5pPr>
            <a:lvl6pPr marL="2388184" indent="0">
              <a:buNone/>
              <a:defRPr sz="2089"/>
            </a:lvl6pPr>
            <a:lvl7pPr marL="2865821" indent="0">
              <a:buNone/>
              <a:defRPr sz="2089"/>
            </a:lvl7pPr>
            <a:lvl8pPr marL="3343458" indent="0">
              <a:buNone/>
              <a:defRPr sz="2089"/>
            </a:lvl8pPr>
            <a:lvl9pPr marL="3821095" indent="0">
              <a:buNone/>
              <a:defRPr sz="20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75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8342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1437"/>
            <a:ext cx="4657398" cy="6071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1437"/>
            <a:ext cx="13702199" cy="6071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25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1438"/>
            <a:ext cx="18629590" cy="1384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07187"/>
            <a:ext cx="18629590" cy="4545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40327"/>
            <a:ext cx="7289840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86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55274" rtl="0" eaLnBrk="1" latinLnBrk="0" hangingPunct="1">
        <a:lnSpc>
          <a:spcPct val="90000"/>
        </a:lnSpc>
        <a:spcBef>
          <a:spcPct val="0"/>
        </a:spcBef>
        <a:buNone/>
        <a:defRPr sz="4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818" indent="-238818" algn="l" defTabSz="955274" rtl="0" eaLnBrk="1" latinLnBrk="0" hangingPunct="1">
        <a:lnSpc>
          <a:spcPct val="90000"/>
        </a:lnSpc>
        <a:spcBef>
          <a:spcPts val="1045"/>
        </a:spcBef>
        <a:buFont typeface="Arial" panose="020B060402020202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1pPr>
      <a:lvl2pPr marL="716455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7" kern="1200">
          <a:solidFill>
            <a:schemeClr val="tx1"/>
          </a:solidFill>
          <a:latin typeface="+mn-lt"/>
          <a:ea typeface="+mn-ea"/>
          <a:cs typeface="+mn-cs"/>
        </a:defRPr>
      </a:lvl2pPr>
      <a:lvl3pPr marL="1194092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9" kern="1200">
          <a:solidFill>
            <a:schemeClr val="tx1"/>
          </a:solidFill>
          <a:latin typeface="+mn-lt"/>
          <a:ea typeface="+mn-ea"/>
          <a:cs typeface="+mn-cs"/>
        </a:defRPr>
      </a:lvl3pPr>
      <a:lvl4pPr marL="167172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214936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62700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310463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58227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405991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1pPr>
      <a:lvl2pPr marL="47763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2pPr>
      <a:lvl3pPr marL="95527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3pPr>
      <a:lvl4pPr marL="143291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191054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38818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286582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343458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3821095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24.png"/><Relationship Id="rId39" Type="http://schemas.openxmlformats.org/officeDocument/2006/relationships/image" Target="../media/image89.png"/><Relationship Id="rId21" Type="http://schemas.openxmlformats.org/officeDocument/2006/relationships/image" Target="../media/image72.png"/><Relationship Id="rId34" Type="http://schemas.openxmlformats.org/officeDocument/2006/relationships/image" Target="../media/image8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8.png"/><Relationship Id="rId36" Type="http://schemas.openxmlformats.org/officeDocument/2006/relationships/image" Target="../media/image86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24.png"/><Relationship Id="rId26" Type="http://schemas.openxmlformats.org/officeDocument/2006/relationships/image" Target="../media/image115.png"/><Relationship Id="rId3" Type="http://schemas.openxmlformats.org/officeDocument/2006/relationships/image" Target="../media/image93.png"/><Relationship Id="rId21" Type="http://schemas.openxmlformats.org/officeDocument/2006/relationships/image" Target="../media/image110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5" Type="http://schemas.openxmlformats.org/officeDocument/2006/relationships/image" Target="../media/image114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24" Type="http://schemas.openxmlformats.org/officeDocument/2006/relationships/image" Target="../media/image113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23" Type="http://schemas.openxmlformats.org/officeDocument/2006/relationships/image" Target="../media/image112.png"/><Relationship Id="rId10" Type="http://schemas.openxmlformats.org/officeDocument/2006/relationships/image" Target="../media/image100.png"/><Relationship Id="rId19" Type="http://schemas.openxmlformats.org/officeDocument/2006/relationships/image" Target="../media/image108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6814306" y="2900310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6301334" y="339526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8597161" y="3748626"/>
            <a:ext cx="2000250" cy="668748"/>
            <a:chOff x="12807156" y="7676528"/>
            <a:chExt cx="6000750" cy="20062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255462" y="767652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726681" y="8058599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286581" y="804723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8597161" y="2288662"/>
            <a:ext cx="2000250" cy="437472"/>
            <a:chOff x="12705556" y="5081073"/>
            <a:chExt cx="6000750" cy="1312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012469" y="5081073"/>
              <a:ext cx="693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_</a:t>
              </a:r>
              <a:endParaRPr lang="en-CA" sz="12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6"/>
              <a:ext cx="7175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cxnSpLocks/>
            <a:stCxn id="5" idx="6"/>
            <a:endCxn id="37" idx="1"/>
          </p:cNvCxnSpPr>
          <p:nvPr/>
        </p:nvCxnSpPr>
        <p:spPr>
          <a:xfrm>
            <a:off x="6909556" y="2947935"/>
            <a:ext cx="760770" cy="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6396584" y="3442886"/>
            <a:ext cx="1273742" cy="231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9552883" y="339657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9413263" y="3301576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9550885" y="3453458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cxnSpLocks/>
            <a:stCxn id="8" idx="3"/>
            <a:endCxn id="62" idx="2"/>
          </p:cNvCxnSpPr>
          <p:nvPr/>
        </p:nvCxnSpPr>
        <p:spPr>
          <a:xfrm flipV="1">
            <a:off x="8337076" y="3444204"/>
            <a:ext cx="1215807" cy="99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9597288" y="3491833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9549661" y="2900897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9448728" y="2715851"/>
            <a:ext cx="277144" cy="347707"/>
            <a:chOff x="16333494" y="5180487"/>
            <a:chExt cx="831431" cy="10431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33494" y="5180487"/>
              <a:ext cx="717505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66658" y="5623443"/>
              <a:ext cx="698267" cy="600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/>
                <a:t>+</a:t>
              </a:r>
              <a:endParaRPr lang="en-CA" sz="1100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cxnSpLocks/>
            <a:stCxn id="37" idx="3"/>
            <a:endCxn id="76" idx="2"/>
          </p:cNvCxnSpPr>
          <p:nvPr/>
        </p:nvCxnSpPr>
        <p:spPr>
          <a:xfrm>
            <a:off x="8337076" y="2947938"/>
            <a:ext cx="1212585" cy="58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9597286" y="2556861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830720" y="2947935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5830720" y="3440742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6670429" y="2789442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6151928" y="3252870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11221747" y="3628861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7500" b="-18750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9644914" y="2948522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9648137" y="3444204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11579556" y="2949098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11579553" y="345961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13088418" y="2764639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12691793" y="294729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12691791" y="346190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12691793" y="319674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4200657" y="2764639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3804032" y="294945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3804029" y="346406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3804032" y="319890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5620782" y="2897307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4916268" y="3196747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4916268" y="2985175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4916268" y="3409439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5676394" y="3516323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5920781" y="3756293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4200657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4558461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4345126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4777335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11089744" y="3577207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29449" y="5532417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13088418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3804032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3804032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3804032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12687720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12687720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12687720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 r="-14050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11579556" y="547604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11579556" y="53196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11579556" y="564959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10454695" y="5233668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10466740" y="574418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blipFill>
                <a:blip r:embed="rId4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10102267" y="590545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6348961" y="3490511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6861931" y="2995564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6334102" y="3427231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6833812" y="2902745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5517856" y="4024003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6165170" y="4024001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3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blipFill>
                <a:blip r:embed="rId54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4404682" y="3155794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4288018" y="3034504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4454327" y="318707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4499932" y="3203419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4452307" y="3251047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953320" y="3203937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5C76B-9A99-A061-BC13-EBED182C3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5D4E07F-5611-D10F-CED3-11AA445EE829}"/>
              </a:ext>
            </a:extLst>
          </p:cNvPr>
          <p:cNvCxnSpPr>
            <a:cxnSpLocks/>
          </p:cNvCxnSpPr>
          <p:nvPr/>
        </p:nvCxnSpPr>
        <p:spPr>
          <a:xfrm flipH="1">
            <a:off x="4626500" y="2068451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/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/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E391D04-4DEC-6D07-FBA3-B0107B65FF84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4634509" y="2821026"/>
            <a:ext cx="450707" cy="21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/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7D78E38A-9579-A5EF-0306-9FD2ABEBBABA}"/>
              </a:ext>
            </a:extLst>
          </p:cNvPr>
          <p:cNvSpPr/>
          <p:nvPr/>
        </p:nvSpPr>
        <p:spPr>
          <a:xfrm>
            <a:off x="2654041" y="2361943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11D1DF1-80D4-3C5D-E378-7B247D59ACC9}"/>
              </a:ext>
            </a:extLst>
          </p:cNvPr>
          <p:cNvSpPr txBox="1"/>
          <p:nvPr/>
        </p:nvSpPr>
        <p:spPr>
          <a:xfrm>
            <a:off x="2507534" y="2242707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B351C97-E750-776D-40C3-1A2D03A8B71B}"/>
              </a:ext>
            </a:extLst>
          </p:cNvPr>
          <p:cNvSpPr txBox="1"/>
          <p:nvPr/>
        </p:nvSpPr>
        <p:spPr>
          <a:xfrm>
            <a:off x="2752700" y="2404212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2323032-CC55-7B1F-EC84-1052A85723BC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2826843" y="2448189"/>
            <a:ext cx="521295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700AB4B6-2E91-3501-15BA-EA507AA580A4}"/>
              </a:ext>
            </a:extLst>
          </p:cNvPr>
          <p:cNvCxnSpPr>
            <a:cxnSpLocks/>
          </p:cNvCxnSpPr>
          <p:nvPr/>
        </p:nvCxnSpPr>
        <p:spPr>
          <a:xfrm flipV="1">
            <a:off x="2739680" y="2534342"/>
            <a:ext cx="700" cy="594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/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7B2510F-03ED-B4BA-1F74-AB23808C61A3}"/>
              </a:ext>
            </a:extLst>
          </p:cNvPr>
          <p:cNvCxnSpPr>
            <a:cxnSpLocks/>
          </p:cNvCxnSpPr>
          <p:nvPr/>
        </p:nvCxnSpPr>
        <p:spPr>
          <a:xfrm flipH="1">
            <a:off x="2197380" y="2446821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/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/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CFE076-644C-3CE0-298B-DB4CB36300A0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5782889" y="2076189"/>
            <a:ext cx="754209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428B943-8296-7A3A-247B-C36E35D8CAF7}"/>
              </a:ext>
            </a:extLst>
          </p:cNvPr>
          <p:cNvCxnSpPr>
            <a:cxnSpLocks/>
          </p:cNvCxnSpPr>
          <p:nvPr/>
        </p:nvCxnSpPr>
        <p:spPr>
          <a:xfrm>
            <a:off x="5260053" y="2818617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/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/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Oval 89">
            <a:extLst>
              <a:ext uri="{FF2B5EF4-FFF2-40B4-BE49-F238E27FC236}">
                <a16:creationId xmlns:a16="http://schemas.microsoft.com/office/drawing/2014/main" id="{7331FA3D-A351-8DBA-A41F-B7F5B1AD4C7E}"/>
              </a:ext>
            </a:extLst>
          </p:cNvPr>
          <p:cNvSpPr/>
          <p:nvPr/>
        </p:nvSpPr>
        <p:spPr>
          <a:xfrm>
            <a:off x="5614849" y="1986971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795FC97-7909-93E9-EBB6-94B352AEAFBF}"/>
              </a:ext>
            </a:extLst>
          </p:cNvPr>
          <p:cNvSpPr/>
          <p:nvPr/>
        </p:nvSpPr>
        <p:spPr>
          <a:xfrm>
            <a:off x="5085214" y="2736966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427CF0-0AB7-D35B-9C07-5EAB6C0B1C3A}"/>
              </a:ext>
            </a:extLst>
          </p:cNvPr>
          <p:cNvSpPr txBox="1"/>
          <p:nvPr/>
        </p:nvSpPr>
        <p:spPr>
          <a:xfrm>
            <a:off x="5505165" y="1843482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A527540-9EAF-6070-14C8-FECD66D1D5C6}"/>
              </a:ext>
            </a:extLst>
          </p:cNvPr>
          <p:cNvSpPr txBox="1"/>
          <p:nvPr/>
        </p:nvSpPr>
        <p:spPr>
          <a:xfrm>
            <a:off x="5712445" y="202398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34B9C2C-8D34-90E9-AA07-799A69B3A599}"/>
              </a:ext>
            </a:extLst>
          </p:cNvPr>
          <p:cNvSpPr txBox="1"/>
          <p:nvPr/>
        </p:nvSpPr>
        <p:spPr>
          <a:xfrm>
            <a:off x="5001725" y="2578519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B84DD4-A345-CA00-F3C3-203BC843F5CF}"/>
              </a:ext>
            </a:extLst>
          </p:cNvPr>
          <p:cNvSpPr txBox="1"/>
          <p:nvPr/>
        </p:nvSpPr>
        <p:spPr>
          <a:xfrm>
            <a:off x="5189953" y="2768548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/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/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1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/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7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blipFill>
                <a:blip r:embed="rId13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474D9FFA-C55A-6405-0287-B95D5326256C}"/>
              </a:ext>
            </a:extLst>
          </p:cNvPr>
          <p:cNvCxnSpPr>
            <a:cxnSpLocks/>
            <a:stCxn id="145" idx="0"/>
            <a:endCxn id="144" idx="2"/>
          </p:cNvCxnSpPr>
          <p:nvPr/>
        </p:nvCxnSpPr>
        <p:spPr>
          <a:xfrm flipV="1">
            <a:off x="9122034" y="3090386"/>
            <a:ext cx="1" cy="33375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/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/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/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/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F236ED9-5A0C-93FE-BA94-133BB997A63A}"/>
              </a:ext>
            </a:extLst>
          </p:cNvPr>
          <p:cNvSpPr/>
          <p:nvPr/>
        </p:nvSpPr>
        <p:spPr>
          <a:xfrm>
            <a:off x="12532651" y="1814171"/>
            <a:ext cx="1234755" cy="1278000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/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/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/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/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8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blipFill>
                <a:blip r:embed="rId21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B34567E2-18C6-A0CB-5281-26E5729AD55C}"/>
              </a:ext>
            </a:extLst>
          </p:cNvPr>
          <p:cNvCxnSpPr>
            <a:cxnSpLocks/>
          </p:cNvCxnSpPr>
          <p:nvPr/>
        </p:nvCxnSpPr>
        <p:spPr>
          <a:xfrm>
            <a:off x="1187732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358BCF0-4157-5FCB-586B-91A1E6D8A143}"/>
              </a:ext>
            </a:extLst>
          </p:cNvPr>
          <p:cNvCxnSpPr>
            <a:cxnSpLocks/>
          </p:cNvCxnSpPr>
          <p:nvPr/>
        </p:nvCxnSpPr>
        <p:spPr>
          <a:xfrm>
            <a:off x="1187732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9A3B2EDD-3BAF-7983-183D-94C199D10434}"/>
              </a:ext>
            </a:extLst>
          </p:cNvPr>
          <p:cNvCxnSpPr>
            <a:cxnSpLocks/>
          </p:cNvCxnSpPr>
          <p:nvPr/>
        </p:nvCxnSpPr>
        <p:spPr>
          <a:xfrm>
            <a:off x="1187732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008AD42-712B-A45C-1958-857069239952}"/>
              </a:ext>
            </a:extLst>
          </p:cNvPr>
          <p:cNvCxnSpPr>
            <a:cxnSpLocks/>
          </p:cNvCxnSpPr>
          <p:nvPr/>
        </p:nvCxnSpPr>
        <p:spPr>
          <a:xfrm>
            <a:off x="9824226" y="2071114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4631EA1A-EBAE-3AC7-2E69-369B196C846F}"/>
              </a:ext>
            </a:extLst>
          </p:cNvPr>
          <p:cNvCxnSpPr>
            <a:cxnSpLocks/>
          </p:cNvCxnSpPr>
          <p:nvPr/>
        </p:nvCxnSpPr>
        <p:spPr>
          <a:xfrm>
            <a:off x="9824226" y="28191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AEE3E29-3CD9-2514-2E89-CF224AA64712}"/>
              </a:ext>
            </a:extLst>
          </p:cNvPr>
          <p:cNvCxnSpPr>
            <a:cxnSpLocks/>
          </p:cNvCxnSpPr>
          <p:nvPr/>
        </p:nvCxnSpPr>
        <p:spPr>
          <a:xfrm>
            <a:off x="7773155" y="207745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ED7E4950-7AD1-E6B9-3FD5-DEC78EFD33A4}"/>
              </a:ext>
            </a:extLst>
          </p:cNvPr>
          <p:cNvCxnSpPr>
            <a:cxnSpLocks/>
          </p:cNvCxnSpPr>
          <p:nvPr/>
        </p:nvCxnSpPr>
        <p:spPr>
          <a:xfrm>
            <a:off x="7773155" y="281910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/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/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/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4A436F0-ED8F-7E4B-12DF-3767C5DCAC85}"/>
              </a:ext>
            </a:extLst>
          </p:cNvPr>
          <p:cNvCxnSpPr>
            <a:cxnSpLocks/>
          </p:cNvCxnSpPr>
          <p:nvPr/>
        </p:nvCxnSpPr>
        <p:spPr>
          <a:xfrm>
            <a:off x="1377597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3AA5422E-B8F0-E458-A358-550775865BC5}"/>
              </a:ext>
            </a:extLst>
          </p:cNvPr>
          <p:cNvCxnSpPr>
            <a:cxnSpLocks/>
          </p:cNvCxnSpPr>
          <p:nvPr/>
        </p:nvCxnSpPr>
        <p:spPr>
          <a:xfrm>
            <a:off x="1377597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EF140DAF-309B-4188-38F6-AC4BF71E7100}"/>
              </a:ext>
            </a:extLst>
          </p:cNvPr>
          <p:cNvCxnSpPr>
            <a:cxnSpLocks/>
          </p:cNvCxnSpPr>
          <p:nvPr/>
        </p:nvCxnSpPr>
        <p:spPr>
          <a:xfrm>
            <a:off x="1377597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/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6F64BFA-9582-833F-6699-82A1AAC6C7A1}"/>
              </a:ext>
            </a:extLst>
          </p:cNvPr>
          <p:cNvGrpSpPr/>
          <p:nvPr/>
        </p:nvGrpSpPr>
        <p:grpSpPr>
          <a:xfrm>
            <a:off x="14425271" y="1812690"/>
            <a:ext cx="1288862" cy="12780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430E42AA-770D-BD15-90F8-9480DFBC636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0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1" name="Picture 250">
              <a:extLst>
                <a:ext uri="{FF2B5EF4-FFF2-40B4-BE49-F238E27FC236}">
                  <a16:creationId xmlns:a16="http://schemas.microsoft.com/office/drawing/2014/main" id="{8C9DDA59-20E3-EE05-8998-E67CE884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8" name="Oval 257">
            <a:extLst>
              <a:ext uri="{FF2B5EF4-FFF2-40B4-BE49-F238E27FC236}">
                <a16:creationId xmlns:a16="http://schemas.microsoft.com/office/drawing/2014/main" id="{20B38008-F9E9-2290-3B81-483C2545CC3E}"/>
              </a:ext>
            </a:extLst>
          </p:cNvPr>
          <p:cNvSpPr>
            <a:spLocks noChangeAspect="1"/>
          </p:cNvSpPr>
          <p:nvPr/>
        </p:nvSpPr>
        <p:spPr>
          <a:xfrm>
            <a:off x="17240678" y="1886171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F10029D0-86C5-F9E2-429D-82D502848F1F}"/>
              </a:ext>
            </a:extLst>
          </p:cNvPr>
          <p:cNvCxnSpPr>
            <a:stCxn id="250" idx="3"/>
            <a:endCxn id="258" idx="2"/>
          </p:cNvCxnSpPr>
          <p:nvPr/>
        </p:nvCxnSpPr>
        <p:spPr>
          <a:xfrm>
            <a:off x="15714133" y="2451690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C3F66B7-D934-02CF-908A-0A5398A41A3D}"/>
              </a:ext>
            </a:extLst>
          </p:cNvPr>
          <p:cNvCxnSpPr>
            <a:cxnSpLocks/>
          </p:cNvCxnSpPr>
          <p:nvPr/>
        </p:nvCxnSpPr>
        <p:spPr>
          <a:xfrm>
            <a:off x="15719083" y="2074191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0F9F0883-A4F5-0D5E-6AFA-D48125417783}"/>
              </a:ext>
            </a:extLst>
          </p:cNvPr>
          <p:cNvCxnSpPr>
            <a:cxnSpLocks/>
          </p:cNvCxnSpPr>
          <p:nvPr/>
        </p:nvCxnSpPr>
        <p:spPr>
          <a:xfrm>
            <a:off x="15719073" y="2821903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27F27654-1958-FAD9-B413-6B4BA6CC1964}"/>
              </a:ext>
            </a:extLst>
          </p:cNvPr>
          <p:cNvSpPr/>
          <p:nvPr/>
        </p:nvSpPr>
        <p:spPr>
          <a:xfrm>
            <a:off x="17199442" y="3039634"/>
            <a:ext cx="1220957" cy="356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105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9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/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05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/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9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7618F4E2-536C-6367-4854-095DBBF1E735}"/>
              </a:ext>
            </a:extLst>
          </p:cNvPr>
          <p:cNvCxnSpPr>
            <a:cxnSpLocks/>
            <a:stCxn id="276" idx="2"/>
            <a:endCxn id="277" idx="0"/>
          </p:cNvCxnSpPr>
          <p:nvPr/>
        </p:nvCxnSpPr>
        <p:spPr>
          <a:xfrm flipH="1">
            <a:off x="17807678" y="3396034"/>
            <a:ext cx="2243" cy="36014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066A4642-03A5-2A51-98F9-8847A14361A6}"/>
              </a:ext>
            </a:extLst>
          </p:cNvPr>
          <p:cNvCxnSpPr>
            <a:cxnSpLocks/>
            <a:stCxn id="277" idx="1"/>
            <a:endCxn id="278" idx="0"/>
          </p:cNvCxnSpPr>
          <p:nvPr/>
        </p:nvCxnSpPr>
        <p:spPr>
          <a:xfrm rot="10800000" flipV="1">
            <a:off x="16945756" y="3934383"/>
            <a:ext cx="330922" cy="637728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D6C267BD-1B91-E90F-FC38-83C7B9A30959}"/>
              </a:ext>
            </a:extLst>
          </p:cNvPr>
          <p:cNvCxnSpPr>
            <a:cxnSpLocks/>
            <a:stCxn id="277" idx="3"/>
            <a:endCxn id="302" idx="0"/>
          </p:cNvCxnSpPr>
          <p:nvPr/>
        </p:nvCxnSpPr>
        <p:spPr>
          <a:xfrm>
            <a:off x="18338678" y="3934383"/>
            <a:ext cx="353918" cy="63466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/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1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9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/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/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/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076F3DF-1B08-A123-1EB2-9C82504C8428}"/>
              </a:ext>
            </a:extLst>
          </p:cNvPr>
          <p:cNvCxnSpPr>
            <a:cxnSpLocks/>
            <a:stCxn id="250" idx="2"/>
            <a:endCxn id="328" idx="0"/>
          </p:cNvCxnSpPr>
          <p:nvPr/>
        </p:nvCxnSpPr>
        <p:spPr>
          <a:xfrm>
            <a:off x="15069702" y="3090690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/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3"/>
                <a:stretch>
                  <a:fillRect r="-8584" b="-20755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9EE24EC-0290-83F9-F1A6-C891EA44B546}"/>
              </a:ext>
            </a:extLst>
          </p:cNvPr>
          <p:cNvCxnSpPr>
            <a:cxnSpLocks/>
          </p:cNvCxnSpPr>
          <p:nvPr/>
        </p:nvCxnSpPr>
        <p:spPr>
          <a:xfrm>
            <a:off x="14698227" y="3093865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D9E7C3BC-B92E-AA9B-FCC6-FE1315A3A36E}"/>
              </a:ext>
            </a:extLst>
          </p:cNvPr>
          <p:cNvCxnSpPr>
            <a:cxnSpLocks/>
          </p:cNvCxnSpPr>
          <p:nvPr/>
        </p:nvCxnSpPr>
        <p:spPr>
          <a:xfrm>
            <a:off x="15444352" y="3088988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/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/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/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/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C137458F-D7F6-2A49-10D6-EA5805EC9ACA}"/>
              </a:ext>
            </a:extLst>
          </p:cNvPr>
          <p:cNvCxnSpPr/>
          <p:nvPr/>
        </p:nvCxnSpPr>
        <p:spPr>
          <a:xfrm flipH="1">
            <a:off x="11866741" y="452142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>
            <a:extLst>
              <a:ext uri="{FF2B5EF4-FFF2-40B4-BE49-F238E27FC236}">
                <a16:creationId xmlns:a16="http://schemas.microsoft.com/office/drawing/2014/main" id="{76F9DE1E-207C-ACB5-0605-03C064A8D003}"/>
              </a:ext>
            </a:extLst>
          </p:cNvPr>
          <p:cNvCxnSpPr/>
          <p:nvPr/>
        </p:nvCxnSpPr>
        <p:spPr>
          <a:xfrm flipH="1">
            <a:off x="11872456" y="527011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/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/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7A18F6CE-E48B-DCBF-894E-5BE4D5B192A8}"/>
              </a:ext>
            </a:extLst>
          </p:cNvPr>
          <p:cNvCxnSpPr>
            <a:cxnSpLocks/>
            <a:endCxn id="90" idx="4"/>
          </p:cNvCxnSpPr>
          <p:nvPr/>
        </p:nvCxnSpPr>
        <p:spPr>
          <a:xfrm rot="10800000">
            <a:off x="5701250" y="2159463"/>
            <a:ext cx="4764415" cy="2362333"/>
          </a:xfrm>
          <a:prstGeom prst="bentConnector2">
            <a:avLst/>
          </a:prstGeom>
          <a:ln cmpd="sng"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C6F45FA7-0DA6-6109-DDF8-B86FD9658613}"/>
              </a:ext>
            </a:extLst>
          </p:cNvPr>
          <p:cNvCxnSpPr>
            <a:cxnSpLocks/>
            <a:endCxn id="102" idx="4"/>
          </p:cNvCxnSpPr>
          <p:nvPr/>
        </p:nvCxnSpPr>
        <p:spPr>
          <a:xfrm rot="10800000">
            <a:off x="5171614" y="2909458"/>
            <a:ext cx="5297554" cy="2360267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/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/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7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/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/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9F90DC-8987-E569-754E-7AC7ECBB7066}"/>
              </a:ext>
            </a:extLst>
          </p:cNvPr>
          <p:cNvCxnSpPr>
            <a:cxnSpLocks/>
          </p:cNvCxnSpPr>
          <p:nvPr/>
        </p:nvCxnSpPr>
        <p:spPr>
          <a:xfrm>
            <a:off x="109795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8FD87D-E621-3D5E-B974-0F53449B4ED3}"/>
              </a:ext>
            </a:extLst>
          </p:cNvPr>
          <p:cNvCxnSpPr>
            <a:cxnSpLocks/>
          </p:cNvCxnSpPr>
          <p:nvPr/>
        </p:nvCxnSpPr>
        <p:spPr>
          <a:xfrm>
            <a:off x="109795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EFC526-1190-3AB7-243B-3DE425F580E0}"/>
              </a:ext>
            </a:extLst>
          </p:cNvPr>
          <p:cNvCxnSpPr>
            <a:cxnSpLocks/>
          </p:cNvCxnSpPr>
          <p:nvPr/>
        </p:nvCxnSpPr>
        <p:spPr>
          <a:xfrm>
            <a:off x="109795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/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/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/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73E29C-5678-F8AB-3DE2-DA12834F5F48}"/>
              </a:ext>
            </a:extLst>
          </p:cNvPr>
          <p:cNvCxnSpPr>
            <a:cxnSpLocks/>
          </p:cNvCxnSpPr>
          <p:nvPr/>
        </p:nvCxnSpPr>
        <p:spPr>
          <a:xfrm>
            <a:off x="128655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3EC3F8C-8DA3-1793-14AC-56FB6AC421EB}"/>
              </a:ext>
            </a:extLst>
          </p:cNvPr>
          <p:cNvCxnSpPr>
            <a:cxnSpLocks/>
          </p:cNvCxnSpPr>
          <p:nvPr/>
        </p:nvCxnSpPr>
        <p:spPr>
          <a:xfrm>
            <a:off x="128655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0D0277-301B-C16B-0249-1359C5F21C1F}"/>
              </a:ext>
            </a:extLst>
          </p:cNvPr>
          <p:cNvCxnSpPr>
            <a:cxnSpLocks/>
          </p:cNvCxnSpPr>
          <p:nvPr/>
        </p:nvCxnSpPr>
        <p:spPr>
          <a:xfrm>
            <a:off x="128655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/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8C220D67-50CF-9A97-B5D8-0EDF5C7C5878}"/>
              </a:ext>
            </a:extLst>
          </p:cNvPr>
          <p:cNvSpPr>
            <a:spLocks noChangeAspect="1"/>
          </p:cNvSpPr>
          <p:nvPr/>
        </p:nvSpPr>
        <p:spPr>
          <a:xfrm>
            <a:off x="162710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778F81B-D88E-C816-B1ED-0FC7FA51F03D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47445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E2AC991-1E43-9BC5-DE83-F7D0C8118736}"/>
              </a:ext>
            </a:extLst>
          </p:cNvPr>
          <p:cNvCxnSpPr>
            <a:cxnSpLocks/>
          </p:cNvCxnSpPr>
          <p:nvPr/>
        </p:nvCxnSpPr>
        <p:spPr>
          <a:xfrm>
            <a:off x="147494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015D3E5-6C3F-06C8-CCBA-56702FEF2F58}"/>
              </a:ext>
            </a:extLst>
          </p:cNvPr>
          <p:cNvCxnSpPr>
            <a:cxnSpLocks/>
          </p:cNvCxnSpPr>
          <p:nvPr/>
        </p:nvCxnSpPr>
        <p:spPr>
          <a:xfrm>
            <a:off x="147494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6368D6-3F24-A703-3AFB-F5F085D84E79}"/>
              </a:ext>
            </a:extLst>
          </p:cNvPr>
          <p:cNvSpPr/>
          <p:nvPr/>
        </p:nvSpPr>
        <p:spPr>
          <a:xfrm>
            <a:off x="159741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/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/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1C84F3D-D834-73FB-BC01-FBDE05687AF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68342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/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/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/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61A0E80-7B83-290C-D930-EBE748FC11A1}"/>
              </a:ext>
            </a:extLst>
          </p:cNvPr>
          <p:cNvCxnSpPr>
            <a:cxnSpLocks/>
          </p:cNvCxnSpPr>
          <p:nvPr/>
        </p:nvCxnSpPr>
        <p:spPr>
          <a:xfrm>
            <a:off x="141289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A13FE3F-71B2-66AB-086C-0E739BCDAB7F}"/>
              </a:ext>
            </a:extLst>
          </p:cNvPr>
          <p:cNvCxnSpPr>
            <a:cxnSpLocks/>
          </p:cNvCxnSpPr>
          <p:nvPr/>
        </p:nvCxnSpPr>
        <p:spPr>
          <a:xfrm>
            <a:off x="137574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9A0F2-F199-7A80-7DB8-D596C81B21A4}"/>
              </a:ext>
            </a:extLst>
          </p:cNvPr>
          <p:cNvCxnSpPr>
            <a:cxnSpLocks/>
          </p:cNvCxnSpPr>
          <p:nvPr/>
        </p:nvCxnSpPr>
        <p:spPr>
          <a:xfrm>
            <a:off x="145035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/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/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/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/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/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B4677F72-73BF-6C82-69F1-359AFD66CBF2}"/>
              </a:ext>
            </a:extLst>
          </p:cNvPr>
          <p:cNvSpPr>
            <a:spLocks noChangeAspect="1"/>
          </p:cNvSpPr>
          <p:nvPr/>
        </p:nvSpPr>
        <p:spPr>
          <a:xfrm>
            <a:off x="97485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E9A23ADF-0B78-C5AC-925A-E664992EC5FE}"/>
              </a:ext>
            </a:extLst>
          </p:cNvPr>
          <p:cNvSpPr>
            <a:spLocks noChangeAspect="1"/>
          </p:cNvSpPr>
          <p:nvPr/>
        </p:nvSpPr>
        <p:spPr>
          <a:xfrm>
            <a:off x="116325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89B4344-44B1-7B7B-6582-107B59ACA215}"/>
              </a:ext>
            </a:extLst>
          </p:cNvPr>
          <p:cNvGrpSpPr/>
          <p:nvPr/>
        </p:nvGrpSpPr>
        <p:grpSpPr>
          <a:xfrm>
            <a:off x="135133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B1082D1-6CDD-9B18-C7DD-8265702DAFC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554567E-38EA-F25D-5AD3-FD5BD2ADF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/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/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5B0FBD1-1A7D-EE83-1661-07565DE1615F}"/>
              </a:ext>
            </a:extLst>
          </p:cNvPr>
          <p:cNvCxnSpPr>
            <a:cxnSpLocks/>
          </p:cNvCxnSpPr>
          <p:nvPr/>
        </p:nvCxnSpPr>
        <p:spPr>
          <a:xfrm>
            <a:off x="90971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01AAC26-BA08-6E21-C04E-AB274846DD36}"/>
              </a:ext>
            </a:extLst>
          </p:cNvPr>
          <p:cNvCxnSpPr>
            <a:cxnSpLocks/>
          </p:cNvCxnSpPr>
          <p:nvPr/>
        </p:nvCxnSpPr>
        <p:spPr>
          <a:xfrm>
            <a:off x="90971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249278D5-3A21-D694-1293-4B0578EA938E}"/>
              </a:ext>
            </a:extLst>
          </p:cNvPr>
          <p:cNvSpPr>
            <a:spLocks noChangeAspect="1"/>
          </p:cNvSpPr>
          <p:nvPr/>
        </p:nvSpPr>
        <p:spPr>
          <a:xfrm>
            <a:off x="78607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91F3F81-9B49-BFAE-3D76-DFB84D06DEE1}"/>
              </a:ext>
            </a:extLst>
          </p:cNvPr>
          <p:cNvCxnSpPr>
            <a:cxnSpLocks/>
          </p:cNvCxnSpPr>
          <p:nvPr/>
        </p:nvCxnSpPr>
        <p:spPr>
          <a:xfrm flipH="1">
            <a:off x="111419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374864-25AC-40E1-D491-4654C3698172}"/>
              </a:ext>
            </a:extLst>
          </p:cNvPr>
          <p:cNvCxnSpPr>
            <a:cxnSpLocks/>
          </p:cNvCxnSpPr>
          <p:nvPr/>
        </p:nvCxnSpPr>
        <p:spPr>
          <a:xfrm flipH="1">
            <a:off x="111395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/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/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91AB53-EC21-7CE6-1B56-E7741565953F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68342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0A140CFC-A511-65AC-7E44-CDCE0938D580}"/>
              </a:ext>
            </a:extLst>
          </p:cNvPr>
          <p:cNvSpPr/>
          <p:nvPr/>
        </p:nvSpPr>
        <p:spPr>
          <a:xfrm>
            <a:off x="5793605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5F3CDE1-66F7-7535-ECAC-803B9C7BAC7C}"/>
              </a:ext>
            </a:extLst>
          </p:cNvPr>
          <p:cNvSpPr/>
          <p:nvPr/>
        </p:nvSpPr>
        <p:spPr>
          <a:xfrm>
            <a:off x="5793605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/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/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7677BFD-5778-2AD9-4E54-B8EA3560AADD}"/>
              </a:ext>
            </a:extLst>
          </p:cNvPr>
          <p:cNvCxnSpPr>
            <a:cxnSpLocks/>
          </p:cNvCxnSpPr>
          <p:nvPr/>
        </p:nvCxnSpPr>
        <p:spPr>
          <a:xfrm>
            <a:off x="72079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EA55729-B720-0CB7-A503-3FFEF2D56B3F}"/>
              </a:ext>
            </a:extLst>
          </p:cNvPr>
          <p:cNvCxnSpPr>
            <a:cxnSpLocks/>
          </p:cNvCxnSpPr>
          <p:nvPr/>
        </p:nvCxnSpPr>
        <p:spPr>
          <a:xfrm>
            <a:off x="72079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/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D93ABE-34DB-60BD-0881-E5CE40AB83AB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84764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/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ECB1BDD-9D41-C99D-1BDC-E7491586497D}"/>
              </a:ext>
            </a:extLst>
          </p:cNvPr>
          <p:cNvCxnSpPr>
            <a:stCxn id="145" idx="0"/>
          </p:cNvCxnSpPr>
          <p:nvPr/>
        </p:nvCxnSpPr>
        <p:spPr>
          <a:xfrm flipV="1">
            <a:off x="105242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7961D1E-37EF-54E7-4FB2-232A69AA401C}"/>
              </a:ext>
            </a:extLst>
          </p:cNvPr>
          <p:cNvSpPr>
            <a:spLocks noChangeAspect="1"/>
          </p:cNvSpPr>
          <p:nvPr/>
        </p:nvSpPr>
        <p:spPr>
          <a:xfrm>
            <a:off x="135133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F47238B4-2A10-4554-DE0A-2E422D35DF69}"/>
              </a:ext>
            </a:extLst>
          </p:cNvPr>
          <p:cNvSpPr>
            <a:spLocks noChangeAspect="1"/>
          </p:cNvSpPr>
          <p:nvPr/>
        </p:nvSpPr>
        <p:spPr>
          <a:xfrm>
            <a:off x="5017947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0DAA87F-9EE7-A9A1-E820-C947D9E52EAC}"/>
              </a:ext>
            </a:extLst>
          </p:cNvPr>
          <p:cNvSpPr txBox="1"/>
          <p:nvPr/>
        </p:nvSpPr>
        <p:spPr>
          <a:xfrm>
            <a:off x="4822555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F7236E9-0115-DE49-32E6-D9925423328A}"/>
              </a:ext>
            </a:extLst>
          </p:cNvPr>
          <p:cNvSpPr txBox="1"/>
          <p:nvPr/>
        </p:nvSpPr>
        <p:spPr>
          <a:xfrm>
            <a:off x="5196669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C997BBB3-9383-64EF-9FA9-27AC2ABBDF8E}"/>
              </a:ext>
            </a:extLst>
          </p:cNvPr>
          <p:cNvSpPr>
            <a:spLocks noChangeAspect="1"/>
          </p:cNvSpPr>
          <p:nvPr/>
        </p:nvSpPr>
        <p:spPr>
          <a:xfrm>
            <a:off x="4153929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3E67075-02A2-7A76-33B9-ADA2A7D0738E}"/>
              </a:ext>
            </a:extLst>
          </p:cNvPr>
          <p:cNvSpPr txBox="1"/>
          <p:nvPr/>
        </p:nvSpPr>
        <p:spPr>
          <a:xfrm>
            <a:off x="3940868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D3B1A68-0757-97AB-86FE-295CA388AF45}"/>
              </a:ext>
            </a:extLst>
          </p:cNvPr>
          <p:cNvSpPr txBox="1"/>
          <p:nvPr/>
        </p:nvSpPr>
        <p:spPr>
          <a:xfrm>
            <a:off x="4326280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992CBC5-F175-D5DF-B6D2-2818E334296E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406379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5B85A1B-CE18-A933-EE99-B698A5B6E008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270397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BDF6C84-786F-17DB-DA5A-02132EFADD5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5144172" y="1538212"/>
            <a:ext cx="4768124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A3199E7F-4F31-8532-B538-0F8437D1525C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280154" y="2269183"/>
            <a:ext cx="5626386" cy="22870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E80EA663-04E1-A6F5-830B-C5D4E757B494}"/>
              </a:ext>
            </a:extLst>
          </p:cNvPr>
          <p:cNvSpPr>
            <a:spLocks noChangeAspect="1"/>
          </p:cNvSpPr>
          <p:nvPr/>
        </p:nvSpPr>
        <p:spPr>
          <a:xfrm>
            <a:off x="99085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2E2BC6F-DA8A-9C13-E9EF-D2718D240808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485293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E5CC4987-2591-D835-7310-272D7507F411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475058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/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/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BBE6A5-3C97-F5B0-6863-9B56ADA7844D}"/>
              </a:ext>
            </a:extLst>
          </p:cNvPr>
          <p:cNvSpPr/>
          <p:nvPr/>
        </p:nvSpPr>
        <p:spPr>
          <a:xfrm>
            <a:off x="3859178" y="49278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47D480B-E811-86A6-5D2C-A562B8EB082B}"/>
              </a:ext>
            </a:extLst>
          </p:cNvPr>
          <p:cNvSpPr/>
          <p:nvPr/>
        </p:nvSpPr>
        <p:spPr>
          <a:xfrm>
            <a:off x="5793604" y="49278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0782D2E-93E4-C2B2-9252-B8B897A66EA3}"/>
              </a:ext>
            </a:extLst>
          </p:cNvPr>
          <p:cNvSpPr/>
          <p:nvPr/>
        </p:nvSpPr>
        <p:spPr>
          <a:xfrm>
            <a:off x="7728030" y="49278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624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tailEnd type="triangle" w="med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543</TotalTime>
  <Words>518</Words>
  <Application>Microsoft Office PowerPoint</Application>
  <PresentationFormat>Custom</PresentationFormat>
  <Paragraphs>302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2026-09-14T20:46:07Z</dcterms:modified>
</cp:coreProperties>
</file>