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7"/>
  </p:notesMasterIdLst>
  <p:sldIdLst>
    <p:sldId id="256" r:id="rId2"/>
    <p:sldId id="259" r:id="rId3"/>
    <p:sldId id="260" r:id="rId4"/>
    <p:sldId id="261" r:id="rId5"/>
    <p:sldId id="258" r:id="rId6"/>
  </p:sldIdLst>
  <p:sldSz cx="21599525" cy="71643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3C0E3B-1BCF-43A5-9BFC-28A61010C6A7}" v="106" dt="2026-09-28T16:18:28.5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82" autoAdjust="0"/>
    <p:restoredTop sz="89588" autoAdjust="0"/>
  </p:normalViewPr>
  <p:slideViewPr>
    <p:cSldViewPr snapToGrid="0">
      <p:cViewPr varScale="1">
        <p:scale>
          <a:sx n="75" d="100"/>
          <a:sy n="75" d="100"/>
        </p:scale>
        <p:origin x="78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h St. Hilaire" userId="9d0a7af2-d0bd-4748-b50b-5cc37e0fdaa3" providerId="ADAL" clId="{58AAB240-BB3C-43BA-87E9-80C5D70C8BCC}"/>
    <pc:docChg chg="undo redo custSel addSld delSld modSld sldOrd modMainMaster delSection modSection">
      <pc:chgData name="Jonah St. Hilaire" userId="9d0a7af2-d0bd-4748-b50b-5cc37e0fdaa3" providerId="ADAL" clId="{58AAB240-BB3C-43BA-87E9-80C5D70C8BCC}" dt="2026-09-28T17:01:56.531" v="5153" actId="1076"/>
      <pc:docMkLst>
        <pc:docMk/>
      </pc:docMkLst>
      <pc:sldChg chg="delSp modSp mod">
        <pc:chgData name="Jonah St. Hilaire" userId="9d0a7af2-d0bd-4748-b50b-5cc37e0fdaa3" providerId="ADAL" clId="{58AAB240-BB3C-43BA-87E9-80C5D70C8BCC}" dt="2026-09-11T19:45:11.002" v="4479" actId="404"/>
        <pc:sldMkLst>
          <pc:docMk/>
          <pc:sldMk cId="2146513051" sldId="256"/>
        </pc:sldMkLst>
        <pc:spChg chg="mod">
          <ac:chgData name="Jonah St. Hilaire" userId="9d0a7af2-d0bd-4748-b50b-5cc37e0fdaa3" providerId="ADAL" clId="{58AAB240-BB3C-43BA-87E9-80C5D70C8BCC}" dt="2026-09-11T19:41:25.176" v="4370" actId="1036"/>
          <ac:spMkLst>
            <pc:docMk/>
            <pc:sldMk cId="2146513051" sldId="256"/>
            <ac:spMk id="6" creationId="{B83EDB41-36AA-14EA-AE93-71897304EEC6}"/>
          </ac:spMkLst>
        </pc:spChg>
        <pc:spChg chg="mod">
          <ac:chgData name="Jonah St. Hilaire" userId="9d0a7af2-d0bd-4748-b50b-5cc37e0fdaa3" providerId="ADAL" clId="{58AAB240-BB3C-43BA-87E9-80C5D70C8BCC}" dt="2026-09-11T19:43:41.259" v="4438" actId="1035"/>
          <ac:spMkLst>
            <pc:docMk/>
            <pc:sldMk cId="2146513051" sldId="256"/>
            <ac:spMk id="8" creationId="{6E38D3CA-4F2B-074C-CC8C-BB29FA3284E9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2146513051" sldId="256"/>
            <ac:spMk id="11" creationId="{E75A34E2-2C5D-92F5-EB46-6D97F26963E5}"/>
          </ac:spMkLst>
        </pc:spChg>
        <pc:spChg chg="mod">
          <ac:chgData name="Jonah St. Hilaire" userId="9d0a7af2-d0bd-4748-b50b-5cc37e0fdaa3" providerId="ADAL" clId="{58AAB240-BB3C-43BA-87E9-80C5D70C8BCC}" dt="2026-09-11T19:41:25.176" v="4370" actId="1036"/>
          <ac:spMkLst>
            <pc:docMk/>
            <pc:sldMk cId="2146513051" sldId="256"/>
            <ac:spMk id="16" creationId="{9B572E79-4EE9-46D1-02D8-685722E7F280}"/>
          </ac:spMkLst>
        </pc:spChg>
        <pc:spChg chg="mod">
          <ac:chgData name="Jonah St. Hilaire" userId="9d0a7af2-d0bd-4748-b50b-5cc37e0fdaa3" providerId="ADAL" clId="{58AAB240-BB3C-43BA-87E9-80C5D70C8BCC}" dt="2026-09-11T19:44:49.436" v="4464" actId="403"/>
          <ac:spMkLst>
            <pc:docMk/>
            <pc:sldMk cId="2146513051" sldId="256"/>
            <ac:spMk id="30" creationId="{A72100E7-3E80-050D-C9FF-C2D32132132B}"/>
          </ac:spMkLst>
        </pc:spChg>
        <pc:spChg chg="mod">
          <ac:chgData name="Jonah St. Hilaire" userId="9d0a7af2-d0bd-4748-b50b-5cc37e0fdaa3" providerId="ADAL" clId="{58AAB240-BB3C-43BA-87E9-80C5D70C8BCC}" dt="2026-09-11T19:44:49.436" v="4464" actId="403"/>
          <ac:spMkLst>
            <pc:docMk/>
            <pc:sldMk cId="2146513051" sldId="256"/>
            <ac:spMk id="31" creationId="{D5059A89-8575-966A-D743-49D2A33FBE39}"/>
          </ac:spMkLst>
        </pc:spChg>
        <pc:spChg chg="mod">
          <ac:chgData name="Jonah St. Hilaire" userId="9d0a7af2-d0bd-4748-b50b-5cc37e0fdaa3" providerId="ADAL" clId="{58AAB240-BB3C-43BA-87E9-80C5D70C8BCC}" dt="2026-09-11T19:44:49.436" v="4464" actId="403"/>
          <ac:spMkLst>
            <pc:docMk/>
            <pc:sldMk cId="2146513051" sldId="256"/>
            <ac:spMk id="32" creationId="{1386C0DC-BE5D-E1A6-8CF5-6234E8BE8454}"/>
          </ac:spMkLst>
        </pc:spChg>
        <pc:spChg chg="mod">
          <ac:chgData name="Jonah St. Hilaire" userId="9d0a7af2-d0bd-4748-b50b-5cc37e0fdaa3" providerId="ADAL" clId="{58AAB240-BB3C-43BA-87E9-80C5D70C8BCC}" dt="2026-09-11T19:44:07.728" v="4444" actId="1076"/>
          <ac:spMkLst>
            <pc:docMk/>
            <pc:sldMk cId="2146513051" sldId="256"/>
            <ac:spMk id="33" creationId="{0AB35D2B-BAB3-643A-FB75-CB06F3316D76}"/>
          </ac:spMkLst>
        </pc:spChg>
        <pc:spChg chg="mod">
          <ac:chgData name="Jonah St. Hilaire" userId="9d0a7af2-d0bd-4748-b50b-5cc37e0fdaa3" providerId="ADAL" clId="{58AAB240-BB3C-43BA-87E9-80C5D70C8BCC}" dt="2026-09-11T19:44:00.363" v="4443" actId="403"/>
          <ac:spMkLst>
            <pc:docMk/>
            <pc:sldMk cId="2146513051" sldId="256"/>
            <ac:spMk id="34" creationId="{9DF4FAE0-F0D6-F5CE-BDBE-5B08162D619F}"/>
          </ac:spMkLst>
        </pc:spChg>
        <pc:spChg chg="mod">
          <ac:chgData name="Jonah St. Hilaire" userId="9d0a7af2-d0bd-4748-b50b-5cc37e0fdaa3" providerId="ADAL" clId="{58AAB240-BB3C-43BA-87E9-80C5D70C8BCC}" dt="2026-09-11T19:43:37.629" v="4437" actId="1036"/>
          <ac:spMkLst>
            <pc:docMk/>
            <pc:sldMk cId="2146513051" sldId="256"/>
            <ac:spMk id="37" creationId="{40FFD7F4-7962-FD3B-3777-3CEC889EBCED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42" creationId="{BAF246EB-88C1-DA45-89CD-0D8EC954B750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44" creationId="{89D8ECB8-4C37-9939-224C-2F916D7D4415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45" creationId="{63951CB6-8BB1-BF54-DCB9-AA31533CB284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57" creationId="{1240F4F8-6E42-2EBC-F80B-32DF0FDB52AC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58" creationId="{496795BA-2CBB-90A3-814B-79719B9BBC37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60" creationId="{C8E0730E-08D7-48F1-0203-8F99765B6B47}"/>
          </ac:spMkLst>
        </pc:spChg>
        <pc:spChg chg="mod">
          <ac:chgData name="Jonah St. Hilaire" userId="9d0a7af2-d0bd-4748-b50b-5cc37e0fdaa3" providerId="ADAL" clId="{58AAB240-BB3C-43BA-87E9-80C5D70C8BCC}" dt="2026-09-11T19:44:33.744" v="4457" actId="403"/>
          <ac:spMkLst>
            <pc:docMk/>
            <pc:sldMk cId="2146513051" sldId="256"/>
            <ac:spMk id="63" creationId="{8AEF28B0-0666-13F1-943C-75DC7EDA0DC8}"/>
          </ac:spMkLst>
        </pc:spChg>
        <pc:spChg chg="mod">
          <ac:chgData name="Jonah St. Hilaire" userId="9d0a7af2-d0bd-4748-b50b-5cc37e0fdaa3" providerId="ADAL" clId="{58AAB240-BB3C-43BA-87E9-80C5D70C8BCC}" dt="2026-09-11T19:45:11.002" v="4479" actId="404"/>
          <ac:spMkLst>
            <pc:docMk/>
            <pc:sldMk cId="2146513051" sldId="256"/>
            <ac:spMk id="64" creationId="{5AE4D647-12E4-63B8-8E23-4C628E3450ED}"/>
          </ac:spMkLst>
        </pc:spChg>
        <pc:spChg chg="mod">
          <ac:chgData name="Jonah St. Hilaire" userId="9d0a7af2-d0bd-4748-b50b-5cc37e0fdaa3" providerId="ADAL" clId="{58AAB240-BB3C-43BA-87E9-80C5D70C8BCC}" dt="2026-09-11T19:44:33.744" v="4457" actId="403"/>
          <ac:spMkLst>
            <pc:docMk/>
            <pc:sldMk cId="2146513051" sldId="256"/>
            <ac:spMk id="65" creationId="{0181757A-D4A9-1234-7B46-33105EC09528}"/>
          </ac:spMkLst>
        </pc:spChg>
        <pc:spChg chg="mod">
          <ac:chgData name="Jonah St. Hilaire" userId="9d0a7af2-d0bd-4748-b50b-5cc37e0fdaa3" providerId="ADAL" clId="{58AAB240-BB3C-43BA-87E9-80C5D70C8BCC}" dt="2026-09-11T19:44:16.802" v="4448" actId="403"/>
          <ac:spMkLst>
            <pc:docMk/>
            <pc:sldMk cId="2146513051" sldId="256"/>
            <ac:spMk id="77" creationId="{4F10A811-C916-C1B7-8F86-E8C58CA42954}"/>
          </ac:spMkLst>
        </pc:spChg>
        <pc:spChg chg="mod">
          <ac:chgData name="Jonah St. Hilaire" userId="9d0a7af2-d0bd-4748-b50b-5cc37e0fdaa3" providerId="ADAL" clId="{58AAB240-BB3C-43BA-87E9-80C5D70C8BCC}" dt="2026-09-11T19:44:21.335" v="4451" actId="403"/>
          <ac:spMkLst>
            <pc:docMk/>
            <pc:sldMk cId="2146513051" sldId="256"/>
            <ac:spMk id="78" creationId="{BFD102BA-6CE4-F21A-FDEB-6F498DFB0B40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88" creationId="{6C4FB42C-ED7B-A13E-6818-91AF4EC4425E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89" creationId="{AA558997-D675-E1D5-6F4F-AB03FA3A08CA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2" creationId="{82ED4FA1-EBBA-1351-16FD-DB796BC45792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3" creationId="{32B456B9-5CA5-79AD-5C57-40CD2DC13639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96" creationId="{BE276FAD-A782-E56D-7AC5-CCA5233A7EAC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97" creationId="{EBE19CC2-2D1C-9846-8F7F-ABD6FEE7D5BF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8" creationId="{D337B50A-BDB0-ED78-78EE-47FEF43C996C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9" creationId="{6D2CEEDC-95B7-6274-5D38-8F7647E5AD1E}"/>
          </ac:spMkLst>
        </pc:spChg>
        <pc:spChg chg="mod">
          <ac:chgData name="Jonah St. Hilaire" userId="9d0a7af2-d0bd-4748-b50b-5cc37e0fdaa3" providerId="ADAL" clId="{58AAB240-BB3C-43BA-87E9-80C5D70C8BCC}" dt="2026-09-11T19:40:53.194" v="4332" actId="255"/>
          <ac:spMkLst>
            <pc:docMk/>
            <pc:sldMk cId="2146513051" sldId="256"/>
            <ac:spMk id="107" creationId="{00862D5D-89D9-1C8F-51C5-27E340933F1E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109" creationId="{65AC5ADB-737D-61AB-BF25-3C829FC73927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110" creationId="{26D58B9F-42F1-9BCC-941A-095CED9C9845}"/>
          </ac:spMkLst>
        </pc:spChg>
        <pc:spChg chg="mod">
          <ac:chgData name="Jonah St. Hilaire" userId="9d0a7af2-d0bd-4748-b50b-5cc37e0fdaa3" providerId="ADAL" clId="{58AAB240-BB3C-43BA-87E9-80C5D70C8BCC}" dt="2026-09-11T19:41:05.336" v="4347" actId="1036"/>
          <ac:spMkLst>
            <pc:docMk/>
            <pc:sldMk cId="2146513051" sldId="256"/>
            <ac:spMk id="111" creationId="{FF65FBFA-5F4E-EA35-2195-0A9259F29D6B}"/>
          </ac:spMkLst>
        </pc:spChg>
        <pc:spChg chg="mod">
          <ac:chgData name="Jonah St. Hilaire" userId="9d0a7af2-d0bd-4748-b50b-5cc37e0fdaa3" providerId="ADAL" clId="{58AAB240-BB3C-43BA-87E9-80C5D70C8BCC}" dt="2026-09-11T19:41:05.336" v="4347" actId="1036"/>
          <ac:spMkLst>
            <pc:docMk/>
            <pc:sldMk cId="2146513051" sldId="256"/>
            <ac:spMk id="112" creationId="{9D9F370F-0942-DB9B-9C6B-19C196337AA7}"/>
          </ac:spMkLst>
        </pc:spChg>
        <pc:spChg chg="mod">
          <ac:chgData name="Jonah St. Hilaire" userId="9d0a7af2-d0bd-4748-b50b-5cc37e0fdaa3" providerId="ADAL" clId="{58AAB240-BB3C-43BA-87E9-80C5D70C8BCC}" dt="2026-09-11T19:41:05.336" v="4347" actId="1036"/>
          <ac:spMkLst>
            <pc:docMk/>
            <pc:sldMk cId="2146513051" sldId="256"/>
            <ac:spMk id="130" creationId="{B8BA0527-89F1-F54F-E384-DED6E70E3520}"/>
          </ac:spMkLst>
        </pc:spChg>
        <pc:spChg chg="mod">
          <ac:chgData name="Jonah St. Hilaire" userId="9d0a7af2-d0bd-4748-b50b-5cc37e0fdaa3" providerId="ADAL" clId="{58AAB240-BB3C-43BA-87E9-80C5D70C8BCC}" dt="2026-09-11T19:40:53.194" v="4332" actId="255"/>
          <ac:spMkLst>
            <pc:docMk/>
            <pc:sldMk cId="2146513051" sldId="256"/>
            <ac:spMk id="131" creationId="{183448E2-2BD4-2408-065C-797FAA4FB890}"/>
          </ac:spMkLst>
        </pc:spChg>
        <pc:spChg chg="mod">
          <ac:chgData name="Jonah St. Hilaire" userId="9d0a7af2-d0bd-4748-b50b-5cc37e0fdaa3" providerId="ADAL" clId="{58AAB240-BB3C-43BA-87E9-80C5D70C8BCC}" dt="2026-09-11T19:40:53.194" v="4332" actId="255"/>
          <ac:spMkLst>
            <pc:docMk/>
            <pc:sldMk cId="2146513051" sldId="256"/>
            <ac:spMk id="132" creationId="{40D9F3A1-B3C0-4780-53EE-BF3A49715499}"/>
          </ac:spMkLst>
        </pc:spChg>
        <pc:spChg chg="mod">
          <ac:chgData name="Jonah St. Hilaire" userId="9d0a7af2-d0bd-4748-b50b-5cc37e0fdaa3" providerId="ADAL" clId="{58AAB240-BB3C-43BA-87E9-80C5D70C8BCC}" dt="2026-09-11T19:40:45.958" v="4331" actId="1035"/>
          <ac:spMkLst>
            <pc:docMk/>
            <pc:sldMk cId="2146513051" sldId="256"/>
            <ac:spMk id="167" creationId="{7A91C365-E272-A7A8-72F8-0C6EAA6571A6}"/>
          </ac:spMkLst>
        </pc:spChg>
        <pc:spChg chg="mod">
          <ac:chgData name="Jonah St. Hilaire" userId="9d0a7af2-d0bd-4748-b50b-5cc37e0fdaa3" providerId="ADAL" clId="{58AAB240-BB3C-43BA-87E9-80C5D70C8BCC}" dt="2026-09-11T19:40:45.958" v="4331" actId="1035"/>
          <ac:spMkLst>
            <pc:docMk/>
            <pc:sldMk cId="2146513051" sldId="256"/>
            <ac:spMk id="168" creationId="{541F7C72-DA74-88C7-E851-CA76BF702FA0}"/>
          </ac:spMkLst>
        </pc:spChg>
        <pc:spChg chg="mod">
          <ac:chgData name="Jonah St. Hilaire" userId="9d0a7af2-d0bd-4748-b50b-5cc37e0fdaa3" providerId="ADAL" clId="{58AAB240-BB3C-43BA-87E9-80C5D70C8BCC}" dt="2026-09-11T19:40:45.958" v="4331" actId="1035"/>
          <ac:spMkLst>
            <pc:docMk/>
            <pc:sldMk cId="2146513051" sldId="256"/>
            <ac:spMk id="169" creationId="{D51DF3CF-A247-D9DE-D13D-8511D88FC1BE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2146513051" sldId="256"/>
            <ac:spMk id="171" creationId="{86900D28-1155-6956-45F5-C1E9A1E20329}"/>
          </ac:spMkLst>
        </pc:spChg>
        <pc:spChg chg="mod">
          <ac:chgData name="Jonah St. Hilaire" userId="9d0a7af2-d0bd-4748-b50b-5cc37e0fdaa3" providerId="ADAL" clId="{58AAB240-BB3C-43BA-87E9-80C5D70C8BCC}" dt="2026-09-11T19:40:29.945" v="4319" actId="1035"/>
          <ac:spMkLst>
            <pc:docMk/>
            <pc:sldMk cId="2146513051" sldId="256"/>
            <ac:spMk id="181" creationId="{4FEC0430-BCB2-ED36-4F61-E48D7CC409B0}"/>
          </ac:spMkLst>
        </pc:spChg>
        <pc:spChg chg="mod">
          <ac:chgData name="Jonah St. Hilaire" userId="9d0a7af2-d0bd-4748-b50b-5cc37e0fdaa3" providerId="ADAL" clId="{58AAB240-BB3C-43BA-87E9-80C5D70C8BCC}" dt="2026-09-11T19:40:29.945" v="4319" actId="1035"/>
          <ac:spMkLst>
            <pc:docMk/>
            <pc:sldMk cId="2146513051" sldId="256"/>
            <ac:spMk id="182" creationId="{0BA7A267-02AE-ED5A-4357-FA9586BADF60}"/>
          </ac:spMkLst>
        </pc:spChg>
        <pc:spChg chg="mod">
          <ac:chgData name="Jonah St. Hilaire" userId="9d0a7af2-d0bd-4748-b50b-5cc37e0fdaa3" providerId="ADAL" clId="{58AAB240-BB3C-43BA-87E9-80C5D70C8BCC}" dt="2026-09-11T19:40:29.945" v="4319" actId="1035"/>
          <ac:spMkLst>
            <pc:docMk/>
            <pc:sldMk cId="2146513051" sldId="256"/>
            <ac:spMk id="183" creationId="{831252E2-6EC7-3469-378C-4D412F621E58}"/>
          </ac:spMkLst>
        </pc:spChg>
        <pc:spChg chg="mod">
          <ac:chgData name="Jonah St. Hilaire" userId="9d0a7af2-d0bd-4748-b50b-5cc37e0fdaa3" providerId="ADAL" clId="{58AAB240-BB3C-43BA-87E9-80C5D70C8BCC}" dt="2026-09-11T19:40:22.631" v="4300" actId="403"/>
          <ac:spMkLst>
            <pc:docMk/>
            <pc:sldMk cId="2146513051" sldId="256"/>
            <ac:spMk id="197" creationId="{C61CF715-E018-A8D6-DC80-2AC5A853FF67}"/>
          </ac:spMkLst>
        </pc:spChg>
        <pc:spChg chg="mod">
          <ac:chgData name="Jonah St. Hilaire" userId="9d0a7af2-d0bd-4748-b50b-5cc37e0fdaa3" providerId="ADAL" clId="{58AAB240-BB3C-43BA-87E9-80C5D70C8BCC}" dt="2026-09-11T19:40:22.631" v="4300" actId="403"/>
          <ac:spMkLst>
            <pc:docMk/>
            <pc:sldMk cId="2146513051" sldId="256"/>
            <ac:spMk id="198" creationId="{14CEDF8D-2161-912C-A781-D9C037891793}"/>
          </ac:spMkLst>
        </pc:spChg>
        <pc:spChg chg="mod">
          <ac:chgData name="Jonah St. Hilaire" userId="9d0a7af2-d0bd-4748-b50b-5cc37e0fdaa3" providerId="ADAL" clId="{58AAB240-BB3C-43BA-87E9-80C5D70C8BCC}" dt="2026-09-11T19:40:22.631" v="4300" actId="403"/>
          <ac:spMkLst>
            <pc:docMk/>
            <pc:sldMk cId="2146513051" sldId="256"/>
            <ac:spMk id="199" creationId="{EE9BB093-D518-4098-0E55-D962D8FA463E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14" creationId="{BB2E6544-E730-3343-3B74-A0224ECD92BD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15" creationId="{0206A952-A0B7-9CE1-534A-DCF70B45E673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32" creationId="{4599AF82-6AFC-BA5B-9099-72F93A2D41A4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33" creationId="{9796933C-EB48-8BDA-1F51-F533CF634B10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242" creationId="{C1C72D86-28AC-0AE7-7175-728507128CBE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243" creationId="{BCEDB6FD-6EFC-C660-5B37-D17C0D38F7A3}"/>
          </ac:spMkLst>
        </pc:spChg>
        <pc:spChg chg="mod">
          <ac:chgData name="Jonah St. Hilaire" userId="9d0a7af2-d0bd-4748-b50b-5cc37e0fdaa3" providerId="ADAL" clId="{58AAB240-BB3C-43BA-87E9-80C5D70C8BCC}" dt="2026-09-11T19:42:19.470" v="4403"/>
          <ac:spMkLst>
            <pc:docMk/>
            <pc:sldMk cId="2146513051" sldId="256"/>
            <ac:spMk id="256" creationId="{CF54F100-5F9C-26BE-496D-7CC603DCF543}"/>
          </ac:spMkLst>
        </pc:spChg>
        <pc:spChg chg="mod">
          <ac:chgData name="Jonah St. Hilaire" userId="9d0a7af2-d0bd-4748-b50b-5cc37e0fdaa3" providerId="ADAL" clId="{58AAB240-BB3C-43BA-87E9-80C5D70C8BCC}" dt="2026-09-11T19:42:29.283" v="4409" actId="1076"/>
          <ac:spMkLst>
            <pc:docMk/>
            <pc:sldMk cId="2146513051" sldId="256"/>
            <ac:spMk id="261" creationId="{70D67868-CD95-726A-B878-BD8A2E325BEA}"/>
          </ac:spMkLst>
        </pc:spChg>
        <pc:spChg chg="mod">
          <ac:chgData name="Jonah St. Hilaire" userId="9d0a7af2-d0bd-4748-b50b-5cc37e0fdaa3" providerId="ADAL" clId="{58AAB240-BB3C-43BA-87E9-80C5D70C8BCC}" dt="2026-09-11T19:42:33.452" v="4414" actId="1076"/>
          <ac:spMkLst>
            <pc:docMk/>
            <pc:sldMk cId="2146513051" sldId="256"/>
            <ac:spMk id="262" creationId="{8D797FBD-0F76-355A-4CB0-B7640A343944}"/>
          </ac:spMkLst>
        </pc:spChg>
        <pc:spChg chg="mod">
          <ac:chgData name="Jonah St. Hilaire" userId="9d0a7af2-d0bd-4748-b50b-5cc37e0fdaa3" providerId="ADAL" clId="{58AAB240-BB3C-43BA-87E9-80C5D70C8BCC}" dt="2026-09-11T19:41:59.555" v="4398" actId="1076"/>
          <ac:spMkLst>
            <pc:docMk/>
            <pc:sldMk cId="2146513051" sldId="256"/>
            <ac:spMk id="268" creationId="{5AEB7D84-ADC9-64F8-1E64-F17685165FCB}"/>
          </ac:spMkLst>
        </pc:spChg>
        <pc:spChg chg="mod">
          <ac:chgData name="Jonah St. Hilaire" userId="9d0a7af2-d0bd-4748-b50b-5cc37e0fdaa3" providerId="ADAL" clId="{58AAB240-BB3C-43BA-87E9-80C5D70C8BCC}" dt="2026-09-11T19:41:55.764" v="4397" actId="1076"/>
          <ac:spMkLst>
            <pc:docMk/>
            <pc:sldMk cId="2146513051" sldId="256"/>
            <ac:spMk id="270" creationId="{AE8C5729-64C5-C219-0671-C26A27F96322}"/>
          </ac:spMkLst>
        </pc:spChg>
        <pc:picChg chg="mod">
          <ac:chgData name="Jonah St. Hilaire" userId="9d0a7af2-d0bd-4748-b50b-5cc37e0fdaa3" providerId="ADAL" clId="{58AAB240-BB3C-43BA-87E9-80C5D70C8BCC}" dt="2026-09-11T19:45:00.193" v="4473" actId="1036"/>
          <ac:picMkLst>
            <pc:docMk/>
            <pc:sldMk cId="2146513051" sldId="256"/>
            <ac:picMk id="141" creationId="{E753FB3D-F792-BC07-25AD-5A4BF2388368}"/>
          </ac:picMkLst>
        </pc:picChg>
        <pc:cxnChg chg="mod">
          <ac:chgData name="Jonah St. Hilaire" userId="9d0a7af2-d0bd-4748-b50b-5cc37e0fdaa3" providerId="ADAL" clId="{58AAB240-BB3C-43BA-87E9-80C5D70C8BCC}" dt="2026-09-11T19:43:37.629" v="4437" actId="1036"/>
          <ac:cxnSpMkLst>
            <pc:docMk/>
            <pc:sldMk cId="2146513051" sldId="256"/>
            <ac:cxnSpMk id="59" creationId="{E08F68F7-5D7A-FCCC-78C5-301A641491AF}"/>
          </ac:cxnSpMkLst>
        </pc:cxnChg>
        <pc:cxnChg chg="mod">
          <ac:chgData name="Jonah St. Hilaire" userId="9d0a7af2-d0bd-4748-b50b-5cc37e0fdaa3" providerId="ADAL" clId="{58AAB240-BB3C-43BA-87E9-80C5D70C8BCC}" dt="2026-09-11T19:43:41.259" v="4438" actId="1035"/>
          <ac:cxnSpMkLst>
            <pc:docMk/>
            <pc:sldMk cId="2146513051" sldId="256"/>
            <ac:cxnSpMk id="61" creationId="{76BE2F4C-E009-A9C7-3BF3-B9C1AD40E63A}"/>
          </ac:cxnSpMkLst>
        </pc:cxnChg>
        <pc:cxnChg chg="mod">
          <ac:chgData name="Jonah St. Hilaire" userId="9d0a7af2-d0bd-4748-b50b-5cc37e0fdaa3" providerId="ADAL" clId="{58AAB240-BB3C-43BA-87E9-80C5D70C8BCC}" dt="2026-09-11T19:43:41.259" v="4438" actId="1035"/>
          <ac:cxnSpMkLst>
            <pc:docMk/>
            <pc:sldMk cId="2146513051" sldId="256"/>
            <ac:cxnSpMk id="71" creationId="{C2D0C3F5-0A51-78A2-FEC1-FBA91F5F50AC}"/>
          </ac:cxnSpMkLst>
        </pc:cxnChg>
        <pc:cxnChg chg="mod">
          <ac:chgData name="Jonah St. Hilaire" userId="9d0a7af2-d0bd-4748-b50b-5cc37e0fdaa3" providerId="ADAL" clId="{58AAB240-BB3C-43BA-87E9-80C5D70C8BCC}" dt="2026-09-11T19:43:37.629" v="4437" actId="1036"/>
          <ac:cxnSpMkLst>
            <pc:docMk/>
            <pc:sldMk cId="2146513051" sldId="256"/>
            <ac:cxnSpMk id="81" creationId="{3FCCD247-E641-CE21-4D09-50B717AA506F}"/>
          </ac:cxnSpMkLst>
        </pc:cxnChg>
        <pc:cxnChg chg="mod">
          <ac:chgData name="Jonah St. Hilaire" userId="9d0a7af2-d0bd-4748-b50b-5cc37e0fdaa3" providerId="ADAL" clId="{58AAB240-BB3C-43BA-87E9-80C5D70C8BCC}" dt="2026-09-11T15:19:08.332" v="3" actId="14100"/>
          <ac:cxnSpMkLst>
            <pc:docMk/>
            <pc:sldMk cId="2146513051" sldId="256"/>
            <ac:cxnSpMk id="264" creationId="{35FA104B-DDA1-50B9-C38F-4147C82B36E7}"/>
          </ac:cxnSpMkLst>
        </pc:cxnChg>
      </pc:sldChg>
      <pc:sldChg chg="modSp">
        <pc:chgData name="Jonah St. Hilaire" userId="9d0a7af2-d0bd-4748-b50b-5cc37e0fdaa3" providerId="ADAL" clId="{58AAB240-BB3C-43BA-87E9-80C5D70C8BCC}" dt="2026-09-11T16:19:46.133" v="1832"/>
        <pc:sldMkLst>
          <pc:docMk/>
          <pc:sldMk cId="3221349641" sldId="258"/>
        </pc:sldMkLst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3221349641" sldId="258"/>
            <ac:spMk id="2" creationId="{97D97242-4756-E707-C3DB-403ABB52C682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3221349641" sldId="258"/>
            <ac:spMk id="4" creationId="{703E44B7-E4E7-E4DA-2AD1-3CDB039D8C2C}"/>
          </ac:spMkLst>
        </pc:spChg>
      </pc:sldChg>
      <pc:sldChg chg="addSp delSp modSp add mod">
        <pc:chgData name="Jonah St. Hilaire" userId="9d0a7af2-d0bd-4748-b50b-5cc37e0fdaa3" providerId="ADAL" clId="{58AAB240-BB3C-43BA-87E9-80C5D70C8BCC}" dt="2026-09-11T17:02:04.379" v="2948" actId="692"/>
        <pc:sldMkLst>
          <pc:docMk/>
          <pc:sldMk cId="4013437199" sldId="259"/>
        </pc:sldMkLst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39" creationId="{9B1BDC6B-A282-D72D-C10C-49DA039DD604}"/>
          </ac:spMkLst>
        </pc:spChg>
        <pc:spChg chg="add mod">
          <ac:chgData name="Jonah St. Hilaire" userId="9d0a7af2-d0bd-4748-b50b-5cc37e0fdaa3" providerId="ADAL" clId="{58AAB240-BB3C-43BA-87E9-80C5D70C8BCC}" dt="2026-09-11T15:43:18.517" v="502" actId="403"/>
          <ac:spMkLst>
            <pc:docMk/>
            <pc:sldMk cId="4013437199" sldId="259"/>
            <ac:spMk id="43" creationId="{AAF86192-1376-3122-D320-15E60E4ECE7C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46" creationId="{E454A58B-0963-FEBB-9B6E-1B0FE40E3E24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90" creationId="{7331FA3D-A351-8DBA-A41F-B7F5B1AD4C7E}"/>
          </ac:spMkLst>
        </pc:spChg>
        <pc:spChg chg="mod">
          <ac:chgData name="Jonah St. Hilaire" userId="9d0a7af2-d0bd-4748-b50b-5cc37e0fdaa3" providerId="ADAL" clId="{58AAB240-BB3C-43BA-87E9-80C5D70C8BCC}" dt="2026-09-11T16:04:39.899" v="1436" actId="1076"/>
          <ac:spMkLst>
            <pc:docMk/>
            <pc:sldMk cId="4013437199" sldId="259"/>
            <ac:spMk id="92" creationId="{EB80290C-C725-B724-A6EF-3D6839CEE60F}"/>
          </ac:spMkLst>
        </pc:spChg>
        <pc:spChg chg="mod">
          <ac:chgData name="Jonah St. Hilaire" userId="9d0a7af2-d0bd-4748-b50b-5cc37e0fdaa3" providerId="ADAL" clId="{58AAB240-BB3C-43BA-87E9-80C5D70C8BCC}" dt="2026-09-11T16:04:36.016" v="1435" actId="1036"/>
          <ac:spMkLst>
            <pc:docMk/>
            <pc:sldMk cId="4013437199" sldId="259"/>
            <ac:spMk id="93" creationId="{C25A4875-337C-9D55-E1E8-D8CA226D85BF}"/>
          </ac:spMkLst>
        </pc:spChg>
        <pc:spChg chg="add mod">
          <ac:chgData name="Jonah St. Hilaire" userId="9d0a7af2-d0bd-4748-b50b-5cc37e0fdaa3" providerId="ADAL" clId="{58AAB240-BB3C-43BA-87E9-80C5D70C8BCC}" dt="2026-09-11T16:03:21.803" v="1405" actId="1036"/>
          <ac:spMkLst>
            <pc:docMk/>
            <pc:sldMk cId="4013437199" sldId="259"/>
            <ac:spMk id="102" creationId="{C795FC97-7909-93E9-EBB6-94B352AEAFBF}"/>
          </ac:spMkLst>
        </pc:spChg>
        <pc:spChg chg="add mod">
          <ac:chgData name="Jonah St. Hilaire" userId="9d0a7af2-d0bd-4748-b50b-5cc37e0fdaa3" providerId="ADAL" clId="{58AAB240-BB3C-43BA-87E9-80C5D70C8BCC}" dt="2026-09-11T15:38:25.353" v="397" actId="1035"/>
          <ac:spMkLst>
            <pc:docMk/>
            <pc:sldMk cId="4013437199" sldId="259"/>
            <ac:spMk id="105" creationId="{C1427CF0-0AB7-D35B-9C07-5EAB6C0B1C3A}"/>
          </ac:spMkLst>
        </pc:spChg>
        <pc:spChg chg="add mod">
          <ac:chgData name="Jonah St. Hilaire" userId="9d0a7af2-d0bd-4748-b50b-5cc37e0fdaa3" providerId="ADAL" clId="{58AAB240-BB3C-43BA-87E9-80C5D70C8BCC}" dt="2026-09-11T15:42:21.768" v="476" actId="1035"/>
          <ac:spMkLst>
            <pc:docMk/>
            <pc:sldMk cId="4013437199" sldId="259"/>
            <ac:spMk id="115" creationId="{5A527540-9EAF-6070-14C8-FECD66D1D5C6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121" creationId="{534B9C2C-8D34-90E9-AA07-799A69B3A599}"/>
          </ac:spMkLst>
        </pc:spChg>
        <pc:spChg chg="add mod">
          <ac:chgData name="Jonah St. Hilaire" userId="9d0a7af2-d0bd-4748-b50b-5cc37e0fdaa3" providerId="ADAL" clId="{58AAB240-BB3C-43BA-87E9-80C5D70C8BCC}" dt="2026-09-11T16:03:08.678" v="1399" actId="1035"/>
          <ac:spMkLst>
            <pc:docMk/>
            <pc:sldMk cId="4013437199" sldId="259"/>
            <ac:spMk id="124" creationId="{92B84DD4-A345-CA00-F3C3-203BC843F5CF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143" creationId="{29696E3D-A16D-F582-FE71-7FFC35ABCFEA}"/>
          </ac:spMkLst>
        </pc:spChg>
        <pc:spChg chg="add mod">
          <ac:chgData name="Jonah St. Hilaire" userId="9d0a7af2-d0bd-4748-b50b-5cc37e0fdaa3" providerId="ADAL" clId="{58AAB240-BB3C-43BA-87E9-80C5D70C8BCC}" dt="2026-09-11T16:06:56.005" v="1508" actId="403"/>
          <ac:spMkLst>
            <pc:docMk/>
            <pc:sldMk cId="4013437199" sldId="259"/>
            <ac:spMk id="144" creationId="{DD4C4DFD-A4A5-ACF7-C02A-C0E7999CF282}"/>
          </ac:spMkLst>
        </pc:spChg>
        <pc:spChg chg="mod">
          <ac:chgData name="Jonah St. Hilaire" userId="9d0a7af2-d0bd-4748-b50b-5cc37e0fdaa3" providerId="ADAL" clId="{58AAB240-BB3C-43BA-87E9-80C5D70C8BCC}" dt="2026-09-11T16:08:24.206" v="1537" actId="1076"/>
          <ac:spMkLst>
            <pc:docMk/>
            <pc:sldMk cId="4013437199" sldId="259"/>
            <ac:spMk id="145" creationId="{25FBFBC4-9616-5105-2980-E255FCE7E281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147" creationId="{630C28C3-C19F-D3AD-2A69-05F854C2A1EA}"/>
          </ac:spMkLst>
        </pc:spChg>
        <pc:spChg chg="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148" creationId="{0568A850-6A05-E206-3D62-A92F74A2A87D}"/>
          </ac:spMkLst>
        </pc:spChg>
        <pc:spChg chg="add mod">
          <ac:chgData name="Jonah St. Hilaire" userId="9d0a7af2-d0bd-4748-b50b-5cc37e0fdaa3" providerId="ADAL" clId="{58AAB240-BB3C-43BA-87E9-80C5D70C8BCC}" dt="2026-09-11T16:17:20.338" v="1804" actId="1038"/>
          <ac:spMkLst>
            <pc:docMk/>
            <pc:sldMk cId="4013437199" sldId="259"/>
            <ac:spMk id="154" creationId="{F9E6D1C1-C4FA-05B6-5D44-D571395E523A}"/>
          </ac:spMkLst>
        </pc:spChg>
        <pc:spChg chg="add mod">
          <ac:chgData name="Jonah St. Hilaire" userId="9d0a7af2-d0bd-4748-b50b-5cc37e0fdaa3" providerId="ADAL" clId="{58AAB240-BB3C-43BA-87E9-80C5D70C8BCC}" dt="2026-09-11T16:17:20.338" v="1804" actId="1038"/>
          <ac:spMkLst>
            <pc:docMk/>
            <pc:sldMk cId="4013437199" sldId="259"/>
            <ac:spMk id="155" creationId="{DABBEB12-B18F-6E85-BEF7-CA8860D211BB}"/>
          </ac:spMkLst>
        </pc:spChg>
        <pc:spChg chg="add mod">
          <ac:chgData name="Jonah St. Hilaire" userId="9d0a7af2-d0bd-4748-b50b-5cc37e0fdaa3" providerId="ADAL" clId="{58AAB240-BB3C-43BA-87E9-80C5D70C8BCC}" dt="2026-09-11T16:45:55.651" v="2616" actId="1076"/>
          <ac:spMkLst>
            <pc:docMk/>
            <pc:sldMk cId="4013437199" sldId="259"/>
            <ac:spMk id="156" creationId="{0F236ED9-5A0C-93FE-BA94-133BB997A63A}"/>
          </ac:spMkLst>
        </pc:spChg>
        <pc:spChg chg="add mod">
          <ac:chgData name="Jonah St. Hilaire" userId="9d0a7af2-d0bd-4748-b50b-5cc37e0fdaa3" providerId="ADAL" clId="{58AAB240-BB3C-43BA-87E9-80C5D70C8BCC}" dt="2026-09-11T16:17:13.081" v="1803" actId="1038"/>
          <ac:spMkLst>
            <pc:docMk/>
            <pc:sldMk cId="4013437199" sldId="259"/>
            <ac:spMk id="159" creationId="{05283833-3C56-1A32-246D-8FA4ECE825B2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160" creationId="{11F31673-E70A-63CE-EDAA-4278710AAACB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202" creationId="{939C8878-1768-A911-6BB9-E55B802A6C5B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204" creationId="{D3095F58-6864-3648-EB89-B33BF91E4483}"/>
          </ac:spMkLst>
        </pc:spChg>
        <pc:spChg chg="add mod">
          <ac:chgData name="Jonah St. Hilaire" userId="9d0a7af2-d0bd-4748-b50b-5cc37e0fdaa3" providerId="ADAL" clId="{58AAB240-BB3C-43BA-87E9-80C5D70C8BCC}" dt="2026-09-11T16:17:13.081" v="1803" actId="1038"/>
          <ac:spMkLst>
            <pc:docMk/>
            <pc:sldMk cId="4013437199" sldId="259"/>
            <ac:spMk id="237" creationId="{5D1B770A-2B95-2AAB-E10A-32FBE8A97BDE}"/>
          </ac:spMkLst>
        </pc:spChg>
        <pc:spChg chg="add mod">
          <ac:chgData name="Jonah St. Hilaire" userId="9d0a7af2-d0bd-4748-b50b-5cc37e0fdaa3" providerId="ADAL" clId="{58AAB240-BB3C-43BA-87E9-80C5D70C8BCC}" dt="2026-09-11T16:17:06.856" v="1802" actId="1037"/>
          <ac:spMkLst>
            <pc:docMk/>
            <pc:sldMk cId="4013437199" sldId="259"/>
            <ac:spMk id="238" creationId="{D3291440-CCFB-13C0-B5C3-10E8B38CB8D9}"/>
          </ac:spMkLst>
        </pc:spChg>
        <pc:spChg chg="add mod">
          <ac:chgData name="Jonah St. Hilaire" userId="9d0a7af2-d0bd-4748-b50b-5cc37e0fdaa3" providerId="ADAL" clId="{58AAB240-BB3C-43BA-87E9-80C5D70C8BCC}" dt="2026-09-11T16:17:06.856" v="1802" actId="1037"/>
          <ac:spMkLst>
            <pc:docMk/>
            <pc:sldMk cId="4013437199" sldId="259"/>
            <ac:spMk id="239" creationId="{FF2E4387-C1CE-3901-A57A-A4B60E4DDA5D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248" creationId="{B8264198-91CC-0A42-4B73-BB12DA912C43}"/>
          </ac:spMkLst>
        </pc:spChg>
        <pc:spChg chg="mod">
          <ac:chgData name="Jonah St. Hilaire" userId="9d0a7af2-d0bd-4748-b50b-5cc37e0fdaa3" providerId="ADAL" clId="{58AAB240-BB3C-43BA-87E9-80C5D70C8BCC}" dt="2026-09-11T16:15:53.060" v="1741" actId="1035"/>
          <ac:spMkLst>
            <pc:docMk/>
            <pc:sldMk cId="4013437199" sldId="259"/>
            <ac:spMk id="250" creationId="{430E42AA-770D-BD15-90F8-9480DFBC636C}"/>
          </ac:spMkLst>
        </pc:spChg>
        <pc:spChg chg="mod">
          <ac:chgData name="Jonah St. Hilaire" userId="9d0a7af2-d0bd-4748-b50b-5cc37e0fdaa3" providerId="ADAL" clId="{58AAB240-BB3C-43BA-87E9-80C5D70C8BCC}" dt="2026-09-11T16:46:54.210" v="2638" actId="6549"/>
          <ac:spMkLst>
            <pc:docMk/>
            <pc:sldMk cId="4013437199" sldId="259"/>
            <ac:spMk id="256" creationId="{0B6E3657-C2A5-8D41-F53A-8C8DE72CAA22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258" creationId="{20B38008-F9E9-2290-3B81-483C2545CC3E}"/>
          </ac:spMkLst>
        </pc:spChg>
        <pc:spChg chg="mod">
          <ac:chgData name="Jonah St. Hilaire" userId="9d0a7af2-d0bd-4748-b50b-5cc37e0fdaa3" providerId="ADAL" clId="{58AAB240-BB3C-43BA-87E9-80C5D70C8BCC}" dt="2026-09-11T16:05:32.372" v="1467" actId="1076"/>
          <ac:spMkLst>
            <pc:docMk/>
            <pc:sldMk cId="4013437199" sldId="259"/>
            <ac:spMk id="260" creationId="{7D78E38A-9579-A5EF-0306-9FD2ABEBBABA}"/>
          </ac:spMkLst>
        </pc:spChg>
        <pc:spChg chg="mod">
          <ac:chgData name="Jonah St. Hilaire" userId="9d0a7af2-d0bd-4748-b50b-5cc37e0fdaa3" providerId="ADAL" clId="{58AAB240-BB3C-43BA-87E9-80C5D70C8BCC}" dt="2026-09-11T16:06:33.118" v="1504" actId="1036"/>
          <ac:spMkLst>
            <pc:docMk/>
            <pc:sldMk cId="4013437199" sldId="259"/>
            <ac:spMk id="261" creationId="{911D1DF1-80D4-3C5D-E378-7B247D59ACC9}"/>
          </ac:spMkLst>
        </pc:spChg>
        <pc:spChg chg="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262" creationId="{2B351C97-E750-776D-40C3-1A2D03A8B71B}"/>
          </ac:spMkLst>
        </pc:spChg>
        <pc:spChg chg="mod">
          <ac:chgData name="Jonah St. Hilaire" userId="9d0a7af2-d0bd-4748-b50b-5cc37e0fdaa3" providerId="ADAL" clId="{58AAB240-BB3C-43BA-87E9-80C5D70C8BCC}" dt="2026-09-11T16:06:22.257" v="1483" actId="1037"/>
          <ac:spMkLst>
            <pc:docMk/>
            <pc:sldMk cId="4013437199" sldId="259"/>
            <ac:spMk id="268" creationId="{0B1F3BCA-3FE1-BAD2-DE12-5E199D3456C0}"/>
          </ac:spMkLst>
        </pc:spChg>
        <pc:spChg chg="mod">
          <ac:chgData name="Jonah St. Hilaire" userId="9d0a7af2-d0bd-4748-b50b-5cc37e0fdaa3" providerId="ADAL" clId="{58AAB240-BB3C-43BA-87E9-80C5D70C8BCC}" dt="2026-09-11T15:43:04.167" v="496" actId="403"/>
          <ac:spMkLst>
            <pc:docMk/>
            <pc:sldMk cId="4013437199" sldId="259"/>
            <ac:spMk id="270" creationId="{620CC4E5-7903-4851-402D-C5DDDE967B68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276" creationId="{27F27654-1958-FAD9-B413-6B4BA6CC1964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277" creationId="{40853BC1-BFBB-F672-45AF-9E3EAB48C8A1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278" creationId="{958DF313-46EB-F353-33A9-673A1D0C7711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302" creationId="{D385BD47-8CC1-50F1-E0F0-A9842FA77A98}"/>
          </ac:spMkLst>
        </pc:spChg>
        <pc:spChg chg="add mod">
          <ac:chgData name="Jonah St. Hilaire" userId="9d0a7af2-d0bd-4748-b50b-5cc37e0fdaa3" providerId="ADAL" clId="{58AAB240-BB3C-43BA-87E9-80C5D70C8BCC}" dt="2026-09-11T16:36:43.419" v="2285"/>
          <ac:spMkLst>
            <pc:docMk/>
            <pc:sldMk cId="4013437199" sldId="259"/>
            <ac:spMk id="315" creationId="{F8529CAC-964F-A2CE-1341-C31C4E1ABB23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17" creationId="{FFEDBFB8-142D-7087-B5E8-86874E010253}"/>
          </ac:spMkLst>
        </pc:spChg>
        <pc:spChg chg="add mod">
          <ac:chgData name="Jonah St. Hilaire" userId="9d0a7af2-d0bd-4748-b50b-5cc37e0fdaa3" providerId="ADAL" clId="{58AAB240-BB3C-43BA-87E9-80C5D70C8BCC}" dt="2026-09-11T16:36:31.442" v="2277"/>
          <ac:spMkLst>
            <pc:docMk/>
            <pc:sldMk cId="4013437199" sldId="259"/>
            <ac:spMk id="319" creationId="{CD607615-31EA-5DFE-7B71-ED5B4D847E5A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28" creationId="{DC250596-BBB9-7116-8CE0-9F446265F068}"/>
          </ac:spMkLst>
        </pc:spChg>
        <pc:spChg chg="add mod">
          <ac:chgData name="Jonah St. Hilaire" userId="9d0a7af2-d0bd-4748-b50b-5cc37e0fdaa3" providerId="ADAL" clId="{58AAB240-BB3C-43BA-87E9-80C5D70C8BCC}" dt="2026-09-11T16:43:42.786" v="2574" actId="1036"/>
          <ac:spMkLst>
            <pc:docMk/>
            <pc:sldMk cId="4013437199" sldId="259"/>
            <ac:spMk id="342" creationId="{E64D39B3-2F88-85D5-6515-EC452775E25A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44" creationId="{3449ED4D-F34D-698A-C02E-03DA26F7429C}"/>
          </ac:spMkLst>
        </pc:spChg>
        <pc:spChg chg="add mod">
          <ac:chgData name="Jonah St. Hilaire" userId="9d0a7af2-d0bd-4748-b50b-5cc37e0fdaa3" providerId="ADAL" clId="{58AAB240-BB3C-43BA-87E9-80C5D70C8BCC}" dt="2026-09-11T16:43:42.786" v="2574" actId="1036"/>
          <ac:spMkLst>
            <pc:docMk/>
            <pc:sldMk cId="4013437199" sldId="259"/>
            <ac:spMk id="346" creationId="{01FDB514-40DF-64A5-E36B-9269D24F9187}"/>
          </ac:spMkLst>
        </pc:spChg>
        <pc:spChg chg="add mod">
          <ac:chgData name="Jonah St. Hilaire" userId="9d0a7af2-d0bd-4748-b50b-5cc37e0fdaa3" providerId="ADAL" clId="{58AAB240-BB3C-43BA-87E9-80C5D70C8BCC}" dt="2026-09-11T16:45:23.056" v="2595" actId="1076"/>
          <ac:spMkLst>
            <pc:docMk/>
            <pc:sldMk cId="4013437199" sldId="259"/>
            <ac:spMk id="350" creationId="{5ED50C55-9337-A464-7463-3D7F987821D0}"/>
          </ac:spMkLst>
        </pc:spChg>
        <pc:spChg chg="add mod">
          <ac:chgData name="Jonah St. Hilaire" userId="9d0a7af2-d0bd-4748-b50b-5cc37e0fdaa3" providerId="ADAL" clId="{58AAB240-BB3C-43BA-87E9-80C5D70C8BCC}" dt="2026-09-11T16:48:12.991" v="2656"/>
          <ac:spMkLst>
            <pc:docMk/>
            <pc:sldMk cId="4013437199" sldId="259"/>
            <ac:spMk id="359" creationId="{64F6887F-DAF2-338D-C9BC-1BE158636D64}"/>
          </ac:spMkLst>
        </pc:spChg>
        <pc:spChg chg="add mod">
          <ac:chgData name="Jonah St. Hilaire" userId="9d0a7af2-d0bd-4748-b50b-5cc37e0fdaa3" providerId="ADAL" clId="{58AAB240-BB3C-43BA-87E9-80C5D70C8BCC}" dt="2026-09-11T16:48:28.085" v="2678" actId="1036"/>
          <ac:spMkLst>
            <pc:docMk/>
            <pc:sldMk cId="4013437199" sldId="259"/>
            <ac:spMk id="361" creationId="{D3BAF20F-A397-B878-75A7-5B3E73670E21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65" creationId="{20962216-241D-59E4-149D-16DFCCE99554}"/>
          </ac:spMkLst>
        </pc:spChg>
        <pc:spChg chg="add mod">
          <ac:chgData name="Jonah St. Hilaire" userId="9d0a7af2-d0bd-4748-b50b-5cc37e0fdaa3" providerId="ADAL" clId="{58AAB240-BB3C-43BA-87E9-80C5D70C8BCC}" dt="2026-09-11T16:50:17.712" v="2819"/>
          <ac:spMkLst>
            <pc:docMk/>
            <pc:sldMk cId="4013437199" sldId="259"/>
            <ac:spMk id="367" creationId="{B42E11D8-BE5D-D029-0DA0-F687D8DC2D66}"/>
          </ac:spMkLst>
        </pc:spChg>
        <pc:grpChg chg="add mod">
          <ac:chgData name="Jonah St. Hilaire" userId="9d0a7af2-d0bd-4748-b50b-5cc37e0fdaa3" providerId="ADAL" clId="{58AAB240-BB3C-43BA-87E9-80C5D70C8BCC}" dt="2026-09-11T16:15:59.542" v="1745" actId="1038"/>
          <ac:grpSpMkLst>
            <pc:docMk/>
            <pc:sldMk cId="4013437199" sldId="259"/>
            <ac:grpSpMk id="249" creationId="{16F64BFA-9582-833F-6699-82A1AAC6C7A1}"/>
          </ac:grpSpMkLst>
        </pc:grpChg>
        <pc:picChg chg="mod modCrop">
          <ac:chgData name="Jonah St. Hilaire" userId="9d0a7af2-d0bd-4748-b50b-5cc37e0fdaa3" providerId="ADAL" clId="{58AAB240-BB3C-43BA-87E9-80C5D70C8BCC}" dt="2026-09-11T16:18:00.363" v="1813" actId="1035"/>
          <ac:picMkLst>
            <pc:docMk/>
            <pc:sldMk cId="4013437199" sldId="259"/>
            <ac:picMk id="251" creationId="{8C9DDA59-20E3-EE05-8998-E67CE884E26D}"/>
          </ac:picMkLst>
        </pc:picChg>
        <pc:cxnChg chg="mod">
          <ac:chgData name="Jonah St. Hilaire" userId="9d0a7af2-d0bd-4748-b50b-5cc37e0fdaa3" providerId="ADAL" clId="{58AAB240-BB3C-43BA-87E9-80C5D70C8BCC}" dt="2026-09-11T17:01:08.832" v="2938" actId="1035"/>
          <ac:cxnSpMkLst>
            <pc:docMk/>
            <pc:sldMk cId="4013437199" sldId="259"/>
            <ac:cxnSpMk id="40" creationId="{1FCFE076-644C-3CE0-298B-DB4CB36300A0}"/>
          </ac:cxnSpMkLst>
        </pc:cxnChg>
        <pc:cxnChg chg="mod">
          <ac:chgData name="Jonah St. Hilaire" userId="9d0a7af2-d0bd-4748-b50b-5cc37e0fdaa3" providerId="ADAL" clId="{58AAB240-BB3C-43BA-87E9-80C5D70C8BCC}" dt="2026-09-11T16:02:30.635" v="1389" actId="1035"/>
          <ac:cxnSpMkLst>
            <pc:docMk/>
            <pc:sldMk cId="4013437199" sldId="259"/>
            <ac:cxnSpMk id="41" creationId="{7428B943-8296-7A3A-247B-C36E35D8CAF7}"/>
          </ac:cxnSpMkLst>
        </pc:cxnChg>
        <pc:cxnChg chg="mod">
          <ac:chgData name="Jonah St. Hilaire" userId="9d0a7af2-d0bd-4748-b50b-5cc37e0fdaa3" providerId="ADAL" clId="{58AAB240-BB3C-43BA-87E9-80C5D70C8BCC}" dt="2026-09-11T15:38:25.353" v="397" actId="1035"/>
          <ac:cxnSpMkLst>
            <pc:docMk/>
            <pc:sldMk cId="4013437199" sldId="259"/>
            <ac:cxnSpMk id="91" creationId="{B5D4E07F-5611-D10F-CED3-11AA445EE829}"/>
          </ac:cxnSpMkLst>
        </pc:cxnChg>
        <pc:cxnChg chg="mod">
          <ac:chgData name="Jonah St. Hilaire" userId="9d0a7af2-d0bd-4748-b50b-5cc37e0fdaa3" providerId="ADAL" clId="{58AAB240-BB3C-43BA-87E9-80C5D70C8BCC}" dt="2026-09-11T16:04:26.420" v="1421" actId="14100"/>
          <ac:cxnSpMkLst>
            <pc:docMk/>
            <pc:sldMk cId="4013437199" sldId="259"/>
            <ac:cxnSpMk id="94" creationId="{4E391D04-4DEC-6D07-FBA3-B0107B65FF84}"/>
          </ac:cxnSpMkLst>
        </pc:cxnChg>
        <pc:cxnChg chg="mod">
          <ac:chgData name="Jonah St. Hilaire" userId="9d0a7af2-d0bd-4748-b50b-5cc37e0fdaa3" providerId="ADAL" clId="{58AAB240-BB3C-43BA-87E9-80C5D70C8BCC}" dt="2026-09-11T16:08:24.206" v="1537" actId="1076"/>
          <ac:cxnSpMkLst>
            <pc:docMk/>
            <pc:sldMk cId="4013437199" sldId="259"/>
            <ac:cxnSpMk id="146" creationId="{474D9FFA-C55A-6405-0287-B95D5326256C}"/>
          </ac:cxnSpMkLst>
        </pc:cxnChg>
        <pc:cxnChg chg="add mod">
          <ac:chgData name="Jonah St. Hilaire" userId="9d0a7af2-d0bd-4748-b50b-5cc37e0fdaa3" providerId="ADAL" clId="{58AAB240-BB3C-43BA-87E9-80C5D70C8BCC}" dt="2026-09-11T16:17:13.081" v="1803" actId="1038"/>
          <ac:cxnSpMkLst>
            <pc:docMk/>
            <pc:sldMk cId="4013437199" sldId="259"/>
            <ac:cxnSpMk id="207" creationId="{B34567E2-18C6-A0CB-5281-26E5729AD55C}"/>
          </ac:cxnSpMkLst>
        </pc:cxnChg>
        <pc:cxnChg chg="add del mod">
          <ac:chgData name="Jonah St. Hilaire" userId="9d0a7af2-d0bd-4748-b50b-5cc37e0fdaa3" providerId="ADAL" clId="{58AAB240-BB3C-43BA-87E9-80C5D70C8BCC}" dt="2026-09-11T16:18:30.833" v="1823" actId="478"/>
          <ac:cxnSpMkLst>
            <pc:docMk/>
            <pc:sldMk cId="4013437199" sldId="259"/>
            <ac:cxnSpMk id="208" creationId="{1358BCF0-4157-5FCB-586B-91A1E6D8A143}"/>
          </ac:cxnSpMkLst>
        </pc:cxnChg>
        <pc:cxnChg chg="add del mod">
          <ac:chgData name="Jonah St. Hilaire" userId="9d0a7af2-d0bd-4748-b50b-5cc37e0fdaa3" providerId="ADAL" clId="{58AAB240-BB3C-43BA-87E9-80C5D70C8BCC}" dt="2026-09-11T16:18:28.564" v="1821" actId="478"/>
          <ac:cxnSpMkLst>
            <pc:docMk/>
            <pc:sldMk cId="4013437199" sldId="259"/>
            <ac:cxnSpMk id="209" creationId="{9A3B2EDD-3BAF-7983-183D-94C199D10434}"/>
          </ac:cxnSpMkLst>
        </pc:cxnChg>
        <pc:cxnChg chg="add mod">
          <ac:chgData name="Jonah St. Hilaire" userId="9d0a7af2-d0bd-4748-b50b-5cc37e0fdaa3" providerId="ADAL" clId="{58AAB240-BB3C-43BA-87E9-80C5D70C8BCC}" dt="2026-09-11T16:17:20.338" v="1804" actId="1038"/>
          <ac:cxnSpMkLst>
            <pc:docMk/>
            <pc:sldMk cId="4013437199" sldId="259"/>
            <ac:cxnSpMk id="216" creationId="{1008AD42-712B-A45C-1958-857069239952}"/>
          </ac:cxnSpMkLst>
        </pc:cxnChg>
        <pc:cxnChg chg="add del mod">
          <ac:chgData name="Jonah St. Hilaire" userId="9d0a7af2-d0bd-4748-b50b-5cc37e0fdaa3" providerId="ADAL" clId="{58AAB240-BB3C-43BA-87E9-80C5D70C8BCC}" dt="2026-09-11T16:18:25.596" v="1819" actId="478"/>
          <ac:cxnSpMkLst>
            <pc:docMk/>
            <pc:sldMk cId="4013437199" sldId="259"/>
            <ac:cxnSpMk id="218" creationId="{4631EA1A-EBAE-3AC7-2E69-369B196C846F}"/>
          </ac:cxnSpMkLst>
        </pc:cxnChg>
        <pc:cxnChg chg="add mod">
          <ac:chgData name="Jonah St. Hilaire" userId="9d0a7af2-d0bd-4748-b50b-5cc37e0fdaa3" providerId="ADAL" clId="{58AAB240-BB3C-43BA-87E9-80C5D70C8BCC}" dt="2026-09-11T17:01:14.104" v="2939" actId="1036"/>
          <ac:cxnSpMkLst>
            <pc:docMk/>
            <pc:sldMk cId="4013437199" sldId="259"/>
            <ac:cxnSpMk id="219" creationId="{CAEE3E29-3CD9-2514-2E89-CF224AA64712}"/>
          </ac:cxnSpMkLst>
        </pc:cxnChg>
        <pc:cxnChg chg="add del mod">
          <ac:chgData name="Jonah St. Hilaire" userId="9d0a7af2-d0bd-4748-b50b-5cc37e0fdaa3" providerId="ADAL" clId="{58AAB240-BB3C-43BA-87E9-80C5D70C8BCC}" dt="2026-09-11T16:18:34.789" v="1825" actId="478"/>
          <ac:cxnSpMkLst>
            <pc:docMk/>
            <pc:sldMk cId="4013437199" sldId="259"/>
            <ac:cxnSpMk id="220" creationId="{ED7E4950-7AD1-E6B9-3FD5-DEC78EFD33A4}"/>
          </ac:cxnSpMkLst>
        </pc:cxnChg>
        <pc:cxnChg chg="add mod">
          <ac:chgData name="Jonah St. Hilaire" userId="9d0a7af2-d0bd-4748-b50b-5cc37e0fdaa3" providerId="ADAL" clId="{58AAB240-BB3C-43BA-87E9-80C5D70C8BCC}" dt="2026-09-11T16:17:06.856" v="1802" actId="1037"/>
          <ac:cxnSpMkLst>
            <pc:docMk/>
            <pc:sldMk cId="4013437199" sldId="259"/>
            <ac:cxnSpMk id="240" creationId="{24A436F0-ED8F-7E4B-12DF-3767C5DCAC85}"/>
          </ac:cxnSpMkLst>
        </pc:cxnChg>
        <pc:cxnChg chg="add mod">
          <ac:chgData name="Jonah St. Hilaire" userId="9d0a7af2-d0bd-4748-b50b-5cc37e0fdaa3" providerId="ADAL" clId="{58AAB240-BB3C-43BA-87E9-80C5D70C8BCC}" dt="2026-09-11T16:17:06.856" v="1802" actId="1037"/>
          <ac:cxnSpMkLst>
            <pc:docMk/>
            <pc:sldMk cId="4013437199" sldId="259"/>
            <ac:cxnSpMk id="241" creationId="{3AA5422E-B8F0-E458-A358-550775865BC5}"/>
          </ac:cxnSpMkLst>
        </pc:cxnChg>
        <pc:cxnChg chg="add del mod">
          <ac:chgData name="Jonah St. Hilaire" userId="9d0a7af2-d0bd-4748-b50b-5cc37e0fdaa3" providerId="ADAL" clId="{58AAB240-BB3C-43BA-87E9-80C5D70C8BCC}" dt="2026-09-11T16:18:19.625" v="1816" actId="478"/>
          <ac:cxnSpMkLst>
            <pc:docMk/>
            <pc:sldMk cId="4013437199" sldId="259"/>
            <ac:cxnSpMk id="244" creationId="{EF140DAF-309B-4188-38F6-AC4BF71E7100}"/>
          </ac:cxnSpMkLst>
        </pc:cxnChg>
        <pc:cxnChg chg="add mod">
          <ac:chgData name="Jonah St. Hilaire" userId="9d0a7af2-d0bd-4748-b50b-5cc37e0fdaa3" providerId="ADAL" clId="{58AAB240-BB3C-43BA-87E9-80C5D70C8BCC}" dt="2026-09-11T16:35:05.924" v="2258" actId="1038"/>
          <ac:cxnSpMkLst>
            <pc:docMk/>
            <pc:sldMk cId="4013437199" sldId="259"/>
            <ac:cxnSpMk id="263" creationId="{F10029D0-86C5-F9E2-429D-82D502848F1F}"/>
          </ac:cxnSpMkLst>
        </pc:cxnChg>
        <pc:cxnChg chg="mod">
          <ac:chgData name="Jonah St. Hilaire" userId="9d0a7af2-d0bd-4748-b50b-5cc37e0fdaa3" providerId="ADAL" clId="{58AAB240-BB3C-43BA-87E9-80C5D70C8BCC}" dt="2026-09-11T16:05:32.372" v="1467" actId="1076"/>
          <ac:cxnSpMkLst>
            <pc:docMk/>
            <pc:sldMk cId="4013437199" sldId="259"/>
            <ac:cxnSpMk id="264" creationId="{82323032-CC55-7B1F-EC84-1052A85723BC}"/>
          </ac:cxnSpMkLst>
        </pc:cxnChg>
        <pc:cxnChg chg="add del mod">
          <ac:chgData name="Jonah St. Hilaire" userId="9d0a7af2-d0bd-4748-b50b-5cc37e0fdaa3" providerId="ADAL" clId="{58AAB240-BB3C-43BA-87E9-80C5D70C8BCC}" dt="2026-09-11T16:35:38.433" v="2260" actId="14100"/>
          <ac:cxnSpMkLst>
            <pc:docMk/>
            <pc:sldMk cId="4013437199" sldId="259"/>
            <ac:cxnSpMk id="265" creationId="{DC3F66B7-D934-02CF-908A-0A5398A41A3D}"/>
          </ac:cxnSpMkLst>
        </pc:cxnChg>
        <pc:cxnChg chg="mod">
          <ac:chgData name="Jonah St. Hilaire" userId="9d0a7af2-d0bd-4748-b50b-5cc37e0fdaa3" providerId="ADAL" clId="{58AAB240-BB3C-43BA-87E9-80C5D70C8BCC}" dt="2026-09-11T16:05:55.800" v="1473" actId="1035"/>
          <ac:cxnSpMkLst>
            <pc:docMk/>
            <pc:sldMk cId="4013437199" sldId="259"/>
            <ac:cxnSpMk id="267" creationId="{700AB4B6-2E91-3501-15BA-EA507AA580A4}"/>
          </ac:cxnSpMkLst>
        </pc:cxnChg>
        <pc:cxnChg chg="mod">
          <ac:chgData name="Jonah St. Hilaire" userId="9d0a7af2-d0bd-4748-b50b-5cc37e0fdaa3" providerId="ADAL" clId="{58AAB240-BB3C-43BA-87E9-80C5D70C8BCC}" dt="2026-09-11T16:06:22.257" v="1483" actId="1037"/>
          <ac:cxnSpMkLst>
            <pc:docMk/>
            <pc:sldMk cId="4013437199" sldId="259"/>
            <ac:cxnSpMk id="269" creationId="{17B2510F-03ED-B4BA-1F74-AB23808C61A3}"/>
          </ac:cxnSpMkLst>
        </pc:cxnChg>
        <pc:cxnChg chg="add del mod">
          <ac:chgData name="Jonah St. Hilaire" userId="9d0a7af2-d0bd-4748-b50b-5cc37e0fdaa3" providerId="ADAL" clId="{58AAB240-BB3C-43BA-87E9-80C5D70C8BCC}" dt="2026-09-11T16:35:31.601" v="2259" actId="14100"/>
          <ac:cxnSpMkLst>
            <pc:docMk/>
            <pc:sldMk cId="4013437199" sldId="259"/>
            <ac:cxnSpMk id="273" creationId="{0F9F0883-A4F5-0D5E-6AFA-D48125417783}"/>
          </ac:cxnSpMkLst>
        </pc:cxnChg>
        <pc:cxnChg chg="add mod">
          <ac:chgData name="Jonah St. Hilaire" userId="9d0a7af2-d0bd-4748-b50b-5cc37e0fdaa3" providerId="ADAL" clId="{58AAB240-BB3C-43BA-87E9-80C5D70C8BCC}" dt="2026-09-11T16:35:05.924" v="2258" actId="1038"/>
          <ac:cxnSpMkLst>
            <pc:docMk/>
            <pc:sldMk cId="4013437199" sldId="259"/>
            <ac:cxnSpMk id="279" creationId="{7618F4E2-536C-6367-4854-095DBBF1E735}"/>
          </ac:cxnSpMkLst>
        </pc:cxnChg>
        <pc:cxnChg chg="add mod">
          <ac:chgData name="Jonah St. Hilaire" userId="9d0a7af2-d0bd-4748-b50b-5cc37e0fdaa3" providerId="ADAL" clId="{58AAB240-BB3C-43BA-87E9-80C5D70C8BCC}" dt="2026-09-11T17:02:01.632" v="2947" actId="692"/>
          <ac:cxnSpMkLst>
            <pc:docMk/>
            <pc:sldMk cId="4013437199" sldId="259"/>
            <ac:cxnSpMk id="281" creationId="{066A4642-03A5-2A51-98F9-8847A14361A6}"/>
          </ac:cxnSpMkLst>
        </pc:cxnChg>
        <pc:cxnChg chg="add mod">
          <ac:chgData name="Jonah St. Hilaire" userId="9d0a7af2-d0bd-4748-b50b-5cc37e0fdaa3" providerId="ADAL" clId="{58AAB240-BB3C-43BA-87E9-80C5D70C8BCC}" dt="2026-09-11T17:02:04.379" v="2948" actId="692"/>
          <ac:cxnSpMkLst>
            <pc:docMk/>
            <pc:sldMk cId="4013437199" sldId="259"/>
            <ac:cxnSpMk id="282" creationId="{D6C267BD-1B91-E90F-FC38-83C7B9A30959}"/>
          </ac:cxnSpMkLst>
        </pc:cxnChg>
        <pc:cxnChg chg="add mod">
          <ac:chgData name="Jonah St. Hilaire" userId="9d0a7af2-d0bd-4748-b50b-5cc37e0fdaa3" providerId="ADAL" clId="{58AAB240-BB3C-43BA-87E9-80C5D70C8BCC}" dt="2026-09-11T17:01:53.291" v="2945" actId="692"/>
          <ac:cxnSpMkLst>
            <pc:docMk/>
            <pc:sldMk cId="4013437199" sldId="259"/>
            <ac:cxnSpMk id="324" creationId="{8076F3DF-1B08-A123-1EB2-9C82504C8428}"/>
          </ac:cxnSpMkLst>
        </pc:cxnChg>
        <pc:cxnChg chg="add mod">
          <ac:chgData name="Jonah St. Hilaire" userId="9d0a7af2-d0bd-4748-b50b-5cc37e0fdaa3" providerId="ADAL" clId="{58AAB240-BB3C-43BA-87E9-80C5D70C8BCC}" dt="2026-09-11T17:01:50.506" v="2944" actId="692"/>
          <ac:cxnSpMkLst>
            <pc:docMk/>
            <pc:sldMk cId="4013437199" sldId="259"/>
            <ac:cxnSpMk id="333" creationId="{A9EE24EC-0290-83F9-F1A6-C891EA44B546}"/>
          </ac:cxnSpMkLst>
        </pc:cxnChg>
        <pc:cxnChg chg="add mod">
          <ac:chgData name="Jonah St. Hilaire" userId="9d0a7af2-d0bd-4748-b50b-5cc37e0fdaa3" providerId="ADAL" clId="{58AAB240-BB3C-43BA-87E9-80C5D70C8BCC}" dt="2026-09-11T17:01:55.451" v="2946" actId="692"/>
          <ac:cxnSpMkLst>
            <pc:docMk/>
            <pc:sldMk cId="4013437199" sldId="259"/>
            <ac:cxnSpMk id="334" creationId="{D9E7C3BC-B92E-AA9B-FCC6-FE1315A3A36E}"/>
          </ac:cxnSpMkLst>
        </pc:cxnChg>
        <pc:cxnChg chg="add mod">
          <ac:chgData name="Jonah St. Hilaire" userId="9d0a7af2-d0bd-4748-b50b-5cc37e0fdaa3" providerId="ADAL" clId="{58AAB240-BB3C-43BA-87E9-80C5D70C8BCC}" dt="2026-09-11T17:01:43.693" v="2942" actId="692"/>
          <ac:cxnSpMkLst>
            <pc:docMk/>
            <pc:sldMk cId="4013437199" sldId="259"/>
            <ac:cxnSpMk id="356" creationId="{C137458F-D7F6-2A49-10D6-EA5805EC9ACA}"/>
          </ac:cxnSpMkLst>
        </pc:cxnChg>
        <pc:cxnChg chg="add mod">
          <ac:chgData name="Jonah St. Hilaire" userId="9d0a7af2-d0bd-4748-b50b-5cc37e0fdaa3" providerId="ADAL" clId="{58AAB240-BB3C-43BA-87E9-80C5D70C8BCC}" dt="2026-09-11T17:01:46.124" v="2943" actId="692"/>
          <ac:cxnSpMkLst>
            <pc:docMk/>
            <pc:sldMk cId="4013437199" sldId="259"/>
            <ac:cxnSpMk id="357" creationId="{76F9DE1E-207C-ACB5-0605-03C064A8D003}"/>
          </ac:cxnSpMkLst>
        </pc:cxnChg>
        <pc:cxnChg chg="add mod">
          <ac:chgData name="Jonah St. Hilaire" userId="9d0a7af2-d0bd-4748-b50b-5cc37e0fdaa3" providerId="ADAL" clId="{58AAB240-BB3C-43BA-87E9-80C5D70C8BCC}" dt="2026-09-11T17:01:36.971" v="2941" actId="692"/>
          <ac:cxnSpMkLst>
            <pc:docMk/>
            <pc:sldMk cId="4013437199" sldId="259"/>
            <ac:cxnSpMk id="362" creationId="{7A18F6CE-E48B-DCBF-894E-5BE4D5B192A8}"/>
          </ac:cxnSpMkLst>
        </pc:cxnChg>
        <pc:cxnChg chg="add mod">
          <ac:chgData name="Jonah St. Hilaire" userId="9d0a7af2-d0bd-4748-b50b-5cc37e0fdaa3" providerId="ADAL" clId="{58AAB240-BB3C-43BA-87E9-80C5D70C8BCC}" dt="2026-09-11T17:01:33.187" v="2940" actId="692"/>
          <ac:cxnSpMkLst>
            <pc:docMk/>
            <pc:sldMk cId="4013437199" sldId="259"/>
            <ac:cxnSpMk id="363" creationId="{C6F45FA7-0DA6-6109-DDF8-B86FD9658613}"/>
          </ac:cxnSpMkLst>
        </pc:cxnChg>
      </pc:sldChg>
      <pc:sldChg chg="addSp delSp modSp new mod ord">
        <pc:chgData name="Jonah St. Hilaire" userId="9d0a7af2-d0bd-4748-b50b-5cc37e0fdaa3" providerId="ADAL" clId="{58AAB240-BB3C-43BA-87E9-80C5D70C8BCC}" dt="2026-09-14T20:46:04.549" v="4527" actId="1076"/>
        <pc:sldMkLst>
          <pc:docMk/>
          <pc:sldMk cId="3939624714" sldId="260"/>
        </pc:sldMkLst>
        <pc:spChg chg="add mod">
          <ac:chgData name="Jonah St. Hilaire" userId="9d0a7af2-d0bd-4748-b50b-5cc37e0fdaa3" providerId="ADAL" clId="{58AAB240-BB3C-43BA-87E9-80C5D70C8BCC}" dt="2026-09-14T20:45:23.476" v="4511" actId="1076"/>
          <ac:spMkLst>
            <pc:docMk/>
            <pc:sldMk cId="3939624714" sldId="260"/>
            <ac:spMk id="3" creationId="{C3BBE6A5-3C97-F5B0-6863-9B56ADA7844D}"/>
          </ac:spMkLst>
        </pc:spChg>
        <pc:spChg chg="add mod">
          <ac:chgData name="Jonah St. Hilaire" userId="9d0a7af2-d0bd-4748-b50b-5cc37e0fdaa3" providerId="ADAL" clId="{58AAB240-BB3C-43BA-87E9-80C5D70C8BCC}" dt="2026-09-14T20:45:27.605" v="4512" actId="1076"/>
          <ac:spMkLst>
            <pc:docMk/>
            <pc:sldMk cId="3939624714" sldId="260"/>
            <ac:spMk id="5" creationId="{D47D480B-E811-86A6-5D2C-A562B8EB082B}"/>
          </ac:spMkLst>
        </pc:spChg>
        <pc:spChg chg="add mod">
          <ac:chgData name="Jonah St. Hilaire" userId="9d0a7af2-d0bd-4748-b50b-5cc37e0fdaa3" providerId="ADAL" clId="{58AAB240-BB3C-43BA-87E9-80C5D70C8BCC}" dt="2026-09-14T20:46:04.549" v="4527" actId="1076"/>
          <ac:spMkLst>
            <pc:docMk/>
            <pc:sldMk cId="3939624714" sldId="260"/>
            <ac:spMk id="7" creationId="{50782D2E-93E4-C2B2-9252-B8B897A66EA3}"/>
          </ac:spMkLst>
        </pc:spChg>
        <pc:spChg chg="mod">
          <ac:chgData name="Jonah St. Hilaire" userId="9d0a7af2-d0bd-4748-b50b-5cc37e0fdaa3" providerId="ADAL" clId="{58AAB240-BB3C-43BA-87E9-80C5D70C8BCC}" dt="2026-09-11T19:19:34.284" v="3885" actId="1036"/>
          <ac:spMkLst>
            <pc:docMk/>
            <pc:sldMk cId="3939624714" sldId="260"/>
            <ac:spMk id="37" creationId="{FBDFE451-9839-FFFD-F25D-F5BBD801412D}"/>
          </ac:spMkLst>
        </pc:spChg>
        <pc:spChg chg="mod">
          <ac:chgData name="Jonah St. Hilaire" userId="9d0a7af2-d0bd-4748-b50b-5cc37e0fdaa3" providerId="ADAL" clId="{58AAB240-BB3C-43BA-87E9-80C5D70C8BCC}" dt="2026-09-11T19:01:08.546" v="3378" actId="1035"/>
          <ac:spMkLst>
            <pc:docMk/>
            <pc:sldMk cId="3939624714" sldId="260"/>
            <ac:spMk id="38" creationId="{9B3E3F47-0FD2-6065-0067-D6DD1154581B}"/>
          </ac:spMkLst>
        </pc:spChg>
        <pc:spChg chg="mod">
          <ac:chgData name="Jonah St. Hilaire" userId="9d0a7af2-d0bd-4748-b50b-5cc37e0fdaa3" providerId="ADAL" clId="{58AAB240-BB3C-43BA-87E9-80C5D70C8BCC}" dt="2026-09-11T19:01:01.660" v="3361" actId="1036"/>
          <ac:spMkLst>
            <pc:docMk/>
            <pc:sldMk cId="3939624714" sldId="260"/>
            <ac:spMk id="48" creationId="{5CAED1DB-7B4E-FA70-92F3-BD78C6D871E0}"/>
          </ac:spMkLst>
        </pc:spChg>
        <pc:spChg chg="mod">
          <ac:chgData name="Jonah St. Hilaire" userId="9d0a7af2-d0bd-4748-b50b-5cc37e0fdaa3" providerId="ADAL" clId="{58AAB240-BB3C-43BA-87E9-80C5D70C8BCC}" dt="2026-09-11T19:19:28.566" v="3881" actId="1036"/>
          <ac:spMkLst>
            <pc:docMk/>
            <pc:sldMk cId="3939624714" sldId="260"/>
            <ac:spMk id="49" creationId="{B93323AD-BDAC-30E0-3792-C1ACD85790DC}"/>
          </ac:spMkLst>
        </pc:spChg>
        <pc:spChg chg="mod">
          <ac:chgData name="Jonah St. Hilaire" userId="9d0a7af2-d0bd-4748-b50b-5cc37e0fdaa3" providerId="ADAL" clId="{58AAB240-BB3C-43BA-87E9-80C5D70C8BCC}" dt="2026-09-11T19:01:31.102" v="3429" actId="1035"/>
          <ac:spMkLst>
            <pc:docMk/>
            <pc:sldMk cId="3939624714" sldId="260"/>
            <ac:spMk id="50" creationId="{C829D976-CFD4-B889-F33F-996F3602185E}"/>
          </ac:spMkLst>
        </pc:spChg>
        <pc:spChg chg="mod">
          <ac:chgData name="Jonah St. Hilaire" userId="9d0a7af2-d0bd-4748-b50b-5cc37e0fdaa3" providerId="ADAL" clId="{58AAB240-BB3C-43BA-87E9-80C5D70C8BCC}" dt="2026-09-11T19:01:24.260" v="3412" actId="1036"/>
          <ac:spMkLst>
            <pc:docMk/>
            <pc:sldMk cId="3939624714" sldId="260"/>
            <ac:spMk id="54" creationId="{1F527208-CE83-9CC8-0F15-13A809D22C71}"/>
          </ac:spMkLst>
        </pc:spChg>
        <pc:spChg chg="mod">
          <ac:chgData name="Jonah St. Hilaire" userId="9d0a7af2-d0bd-4748-b50b-5cc37e0fdaa3" providerId="ADAL" clId="{58AAB240-BB3C-43BA-87E9-80C5D70C8BCC}" dt="2026-09-11T18:56:13.362" v="3026" actId="403"/>
          <ac:spMkLst>
            <pc:docMk/>
            <pc:sldMk cId="3939624714" sldId="260"/>
            <ac:spMk id="58" creationId="{8C220D67-50CF-9A97-B5D8-0EDF5C7C5878}"/>
          </ac:spMkLst>
        </pc:spChg>
        <pc:spChg chg="add mod">
          <ac:chgData name="Jonah St. Hilaire" userId="9d0a7af2-d0bd-4748-b50b-5cc37e0fdaa3" providerId="ADAL" clId="{58AAB240-BB3C-43BA-87E9-80C5D70C8BCC}" dt="2026-09-11T19:08:51.004" v="3564" actId="6549"/>
          <ac:spMkLst>
            <pc:docMk/>
            <pc:sldMk cId="3939624714" sldId="260"/>
            <ac:spMk id="62" creationId="{CF6368D6-3F24-A703-3AFB-F5F085D84E79}"/>
          </ac:spMkLst>
        </pc:spChg>
        <pc:spChg chg="mod">
          <ac:chgData name="Jonah St. Hilaire" userId="9d0a7af2-d0bd-4748-b50b-5cc37e0fdaa3" providerId="ADAL" clId="{58AAB240-BB3C-43BA-87E9-80C5D70C8BCC}" dt="2026-09-11T19:09:45.596" v="3587" actId="1076"/>
          <ac:spMkLst>
            <pc:docMk/>
            <pc:sldMk cId="3939624714" sldId="260"/>
            <ac:spMk id="63" creationId="{9AE10280-1EC7-1238-A8B9-006F1215771C}"/>
          </ac:spMkLst>
        </pc:spChg>
        <pc:spChg chg="mod">
          <ac:chgData name="Jonah St. Hilaire" userId="9d0a7af2-d0bd-4748-b50b-5cc37e0fdaa3" providerId="ADAL" clId="{58AAB240-BB3C-43BA-87E9-80C5D70C8BCC}" dt="2026-09-11T19:09:32.234" v="3585" actId="1076"/>
          <ac:spMkLst>
            <pc:docMk/>
            <pc:sldMk cId="3939624714" sldId="260"/>
            <ac:spMk id="64" creationId="{9FC05BC8-2172-47A6-5D2D-7377AE1E6A9A}"/>
          </ac:spMkLst>
        </pc:spChg>
        <pc:spChg chg="mod">
          <ac:chgData name="Jonah St. Hilaire" userId="9d0a7af2-d0bd-4748-b50b-5cc37e0fdaa3" providerId="ADAL" clId="{58AAB240-BB3C-43BA-87E9-80C5D70C8BCC}" dt="2026-09-11T19:19:54.871" v="3893" actId="1036"/>
          <ac:spMkLst>
            <pc:docMk/>
            <pc:sldMk cId="3939624714" sldId="260"/>
            <ac:spMk id="69" creationId="{9EFDBFE4-E150-DD87-9D13-C9B88334697D}"/>
          </ac:spMkLst>
        </pc:spChg>
        <pc:spChg chg="mod">
          <ac:chgData name="Jonah St. Hilaire" userId="9d0a7af2-d0bd-4748-b50b-5cc37e0fdaa3" providerId="ADAL" clId="{58AAB240-BB3C-43BA-87E9-80C5D70C8BCC}" dt="2026-09-11T19:01:50.276" v="3461" actId="1036"/>
          <ac:spMkLst>
            <pc:docMk/>
            <pc:sldMk cId="3939624714" sldId="260"/>
            <ac:spMk id="70" creationId="{8AF26AEA-2423-ECDC-05F3-9301A73BBC77}"/>
          </ac:spMkLst>
        </pc:spChg>
        <pc:spChg chg="mod">
          <ac:chgData name="Jonah St. Hilaire" userId="9d0a7af2-d0bd-4748-b50b-5cc37e0fdaa3" providerId="ADAL" clId="{58AAB240-BB3C-43BA-87E9-80C5D70C8BCC}" dt="2026-09-11T19:01:50.276" v="3461" actId="1036"/>
          <ac:spMkLst>
            <pc:docMk/>
            <pc:sldMk cId="3939624714" sldId="260"/>
            <ac:spMk id="71" creationId="{14E5489B-AFC9-D6C9-A525-293DEADAEE79}"/>
          </ac:spMkLst>
        </pc:spChg>
        <pc:spChg chg="mod">
          <ac:chgData name="Jonah St. Hilaire" userId="9d0a7af2-d0bd-4748-b50b-5cc37e0fdaa3" providerId="ADAL" clId="{58AAB240-BB3C-43BA-87E9-80C5D70C8BCC}" dt="2026-09-11T19:03:27.058" v="3493" actId="1037"/>
          <ac:spMkLst>
            <pc:docMk/>
            <pc:sldMk cId="3939624714" sldId="260"/>
            <ac:spMk id="76" creationId="{4FA48348-CA0D-A5D6-5065-92F44A379399}"/>
          </ac:spMkLst>
        </pc:spChg>
        <pc:spChg chg="mod">
          <ac:chgData name="Jonah St. Hilaire" userId="9d0a7af2-d0bd-4748-b50b-5cc37e0fdaa3" providerId="ADAL" clId="{58AAB240-BB3C-43BA-87E9-80C5D70C8BCC}" dt="2026-09-11T19:03:27.058" v="3493" actId="1037"/>
          <ac:spMkLst>
            <pc:docMk/>
            <pc:sldMk cId="3939624714" sldId="260"/>
            <ac:spMk id="77" creationId="{29C995B9-80E2-829A-BE5D-BBEEDEFB8146}"/>
          </ac:spMkLst>
        </pc:spChg>
        <pc:spChg chg="mod">
          <ac:chgData name="Jonah St. Hilaire" userId="9d0a7af2-d0bd-4748-b50b-5cc37e0fdaa3" providerId="ADAL" clId="{58AAB240-BB3C-43BA-87E9-80C5D70C8BCC}" dt="2026-09-11T19:03:27.058" v="3493" actId="1037"/>
          <ac:spMkLst>
            <pc:docMk/>
            <pc:sldMk cId="3939624714" sldId="260"/>
            <ac:spMk id="78" creationId="{BDB6BE53-AF40-DC13-B811-C800FE999F05}"/>
          </ac:spMkLst>
        </pc:spChg>
        <pc:spChg chg="mod">
          <ac:chgData name="Jonah St. Hilaire" userId="9d0a7af2-d0bd-4748-b50b-5cc37e0fdaa3" providerId="ADAL" clId="{58AAB240-BB3C-43BA-87E9-80C5D70C8BCC}" dt="2026-09-11T19:30:37.203" v="4206" actId="1035"/>
          <ac:spMkLst>
            <pc:docMk/>
            <pc:sldMk cId="3939624714" sldId="260"/>
            <ac:spMk id="86" creationId="{44F634DB-A780-4B04-CB0F-D71DF45B8C19}"/>
          </ac:spMkLst>
        </pc:spChg>
        <pc:spChg chg="mod">
          <ac:chgData name="Jonah St. Hilaire" userId="9d0a7af2-d0bd-4748-b50b-5cc37e0fdaa3" providerId="ADAL" clId="{58AAB240-BB3C-43BA-87E9-80C5D70C8BCC}" dt="2026-09-11T19:30:44.061" v="4214" actId="1036"/>
          <ac:spMkLst>
            <pc:docMk/>
            <pc:sldMk cId="3939624714" sldId="260"/>
            <ac:spMk id="87" creationId="{4C4B0550-9F66-3AE6-96A7-FC81C44C7784}"/>
          </ac:spMkLst>
        </pc:spChg>
        <pc:spChg chg="add mod ord">
          <ac:chgData name="Jonah St. Hilaire" userId="9d0a7af2-d0bd-4748-b50b-5cc37e0fdaa3" providerId="ADAL" clId="{58AAB240-BB3C-43BA-87E9-80C5D70C8BCC}" dt="2026-09-11T19:00:20.567" v="3300" actId="1076"/>
          <ac:spMkLst>
            <pc:docMk/>
            <pc:sldMk cId="3939624714" sldId="260"/>
            <ac:spMk id="96" creationId="{249278D5-3A21-D694-1293-4B0578EA938E}"/>
          </ac:spMkLst>
        </pc:spChg>
        <pc:spChg chg="add mod">
          <ac:chgData name="Jonah St. Hilaire" userId="9d0a7af2-d0bd-4748-b50b-5cc37e0fdaa3" providerId="ADAL" clId="{58AAB240-BB3C-43BA-87E9-80C5D70C8BCC}" dt="2026-09-11T18:58:43.306" v="3114" actId="1038"/>
          <ac:spMkLst>
            <pc:docMk/>
            <pc:sldMk cId="3939624714" sldId="260"/>
            <ac:spMk id="98" creationId="{B4677F72-73BF-6C82-69F1-359AFD66CBF2}"/>
          </ac:spMkLst>
        </pc:spChg>
        <pc:spChg chg="add mod">
          <ac:chgData name="Jonah St. Hilaire" userId="9d0a7af2-d0bd-4748-b50b-5cc37e0fdaa3" providerId="ADAL" clId="{58AAB240-BB3C-43BA-87E9-80C5D70C8BCC}" dt="2026-09-11T19:19:22.584" v="3877" actId="1076"/>
          <ac:spMkLst>
            <pc:docMk/>
            <pc:sldMk cId="3939624714" sldId="260"/>
            <ac:spMk id="100" creationId="{E9A23ADF-0B78-C5AC-925A-E664992EC5FE}"/>
          </ac:spMkLst>
        </pc:spChg>
        <pc:spChg chg="mod">
          <ac:chgData name="Jonah St. Hilaire" userId="9d0a7af2-d0bd-4748-b50b-5cc37e0fdaa3" providerId="ADAL" clId="{58AAB240-BB3C-43BA-87E9-80C5D70C8BCC}" dt="2026-09-11T17:05:53.771" v="2998" actId="20577"/>
          <ac:spMkLst>
            <pc:docMk/>
            <pc:sldMk cId="3939624714" sldId="260"/>
            <ac:spMk id="102" creationId="{9B1082D1-6CDD-9B18-C7DD-8265702DAFCC}"/>
          </ac:spMkLst>
        </pc:spChg>
        <pc:spChg chg="add mod">
          <ac:chgData name="Jonah St. Hilaire" userId="9d0a7af2-d0bd-4748-b50b-5cc37e0fdaa3" providerId="ADAL" clId="{58AAB240-BB3C-43BA-87E9-80C5D70C8BCC}" dt="2026-09-11T19:00:45.380" v="3322" actId="1036"/>
          <ac:spMkLst>
            <pc:docMk/>
            <pc:sldMk cId="3939624714" sldId="260"/>
            <ac:spMk id="104" creationId="{66AD3431-F0EF-38E0-E861-D875E9DB74FF}"/>
          </ac:spMkLst>
        </pc:spChg>
        <pc:spChg chg="add mod">
          <ac:chgData name="Jonah St. Hilaire" userId="9d0a7af2-d0bd-4748-b50b-5cc37e0fdaa3" providerId="ADAL" clId="{58AAB240-BB3C-43BA-87E9-80C5D70C8BCC}" dt="2026-09-11T19:20:11.231" v="3896" actId="1036"/>
          <ac:spMkLst>
            <pc:docMk/>
            <pc:sldMk cId="3939624714" sldId="260"/>
            <ac:spMk id="105" creationId="{CCC12389-8864-F569-77A6-612A551E7258}"/>
          </ac:spMkLst>
        </pc:spChg>
        <pc:spChg chg="add mod">
          <ac:chgData name="Jonah St. Hilaire" userId="9d0a7af2-d0bd-4748-b50b-5cc37e0fdaa3" providerId="ADAL" clId="{58AAB240-BB3C-43BA-87E9-80C5D70C8BCC}" dt="2026-09-11T19:22:55.957" v="4058" actId="1038"/>
          <ac:spMkLst>
            <pc:docMk/>
            <pc:sldMk cId="3939624714" sldId="260"/>
            <ac:spMk id="112" creationId="{528229A5-90A8-8C9D-BA8F-4A3FFAFF15DB}"/>
          </ac:spMkLst>
        </pc:spChg>
        <pc:spChg chg="add mod">
          <ac:chgData name="Jonah St. Hilaire" userId="9d0a7af2-d0bd-4748-b50b-5cc37e0fdaa3" providerId="ADAL" clId="{58AAB240-BB3C-43BA-87E9-80C5D70C8BCC}" dt="2026-09-11T19:22:55.957" v="4058" actId="1038"/>
          <ac:spMkLst>
            <pc:docMk/>
            <pc:sldMk cId="3939624714" sldId="260"/>
            <ac:spMk id="113" creationId="{DE73AA42-3F59-F387-58DD-97566C67D03F}"/>
          </ac:spMkLst>
        </pc:spChg>
        <pc:spChg chg="add mod">
          <ac:chgData name="Jonah St. Hilaire" userId="9d0a7af2-d0bd-4748-b50b-5cc37e0fdaa3" providerId="ADAL" clId="{58AAB240-BB3C-43BA-87E9-80C5D70C8BCC}" dt="2026-09-11T19:12:50.012" v="3757" actId="1076"/>
          <ac:spMkLst>
            <pc:docMk/>
            <pc:sldMk cId="3939624714" sldId="260"/>
            <ac:spMk id="130" creationId="{0A140CFC-A511-65AC-7E44-CDCE0938D580}"/>
          </ac:spMkLst>
        </pc:spChg>
        <pc:spChg chg="add mod">
          <ac:chgData name="Jonah St. Hilaire" userId="9d0a7af2-d0bd-4748-b50b-5cc37e0fdaa3" providerId="ADAL" clId="{58AAB240-BB3C-43BA-87E9-80C5D70C8BCC}" dt="2026-09-11T19:12:45.446" v="3756" actId="1076"/>
          <ac:spMkLst>
            <pc:docMk/>
            <pc:sldMk cId="3939624714" sldId="260"/>
            <ac:spMk id="132" creationId="{B5F3CDE1-66F7-7535-ECAC-803B9C7BAC7C}"/>
          </ac:spMkLst>
        </pc:spChg>
        <pc:spChg chg="add mod">
          <ac:chgData name="Jonah St. Hilaire" userId="9d0a7af2-d0bd-4748-b50b-5cc37e0fdaa3" providerId="ADAL" clId="{58AAB240-BB3C-43BA-87E9-80C5D70C8BCC}" dt="2026-09-11T19:12:18.038" v="3745"/>
          <ac:spMkLst>
            <pc:docMk/>
            <pc:sldMk cId="3939624714" sldId="260"/>
            <ac:spMk id="133" creationId="{DE9192D8-A5F1-34BB-4891-DCA8CAFF9432}"/>
          </ac:spMkLst>
        </pc:spChg>
        <pc:spChg chg="add mod">
          <ac:chgData name="Jonah St. Hilaire" userId="9d0a7af2-d0bd-4748-b50b-5cc37e0fdaa3" providerId="ADAL" clId="{58AAB240-BB3C-43BA-87E9-80C5D70C8BCC}" dt="2026-09-11T19:27:20.822" v="4155" actId="1036"/>
          <ac:spMkLst>
            <pc:docMk/>
            <pc:sldMk cId="3939624714" sldId="260"/>
            <ac:spMk id="134" creationId="{51DBB2B5-D36A-652C-70A5-852F0397F15C}"/>
          </ac:spMkLst>
        </pc:spChg>
        <pc:spChg chg="add mod">
          <ac:chgData name="Jonah St. Hilaire" userId="9d0a7af2-d0bd-4748-b50b-5cc37e0fdaa3" providerId="ADAL" clId="{58AAB240-BB3C-43BA-87E9-80C5D70C8BCC}" dt="2026-09-11T19:31:22.995" v="4220" actId="403"/>
          <ac:spMkLst>
            <pc:docMk/>
            <pc:sldMk cId="3939624714" sldId="260"/>
            <ac:spMk id="141" creationId="{742D2B03-1F23-9669-2D1E-CE9D366348C3}"/>
          </ac:spMkLst>
        </pc:spChg>
        <pc:spChg chg="add mod">
          <ac:chgData name="Jonah St. Hilaire" userId="9d0a7af2-d0bd-4748-b50b-5cc37e0fdaa3" providerId="ADAL" clId="{58AAB240-BB3C-43BA-87E9-80C5D70C8BCC}" dt="2026-09-11T19:31:17.727" v="4218" actId="404"/>
          <ac:spMkLst>
            <pc:docMk/>
            <pc:sldMk cId="3939624714" sldId="260"/>
            <ac:spMk id="145" creationId="{DA1019A9-2D4F-511A-761B-48D022936F52}"/>
          </ac:spMkLst>
        </pc:spChg>
        <pc:spChg chg="add mod">
          <ac:chgData name="Jonah St. Hilaire" userId="9d0a7af2-d0bd-4748-b50b-5cc37e0fdaa3" providerId="ADAL" clId="{58AAB240-BB3C-43BA-87E9-80C5D70C8BCC}" dt="2026-09-11T19:16:54.406" v="3807" actId="1076"/>
          <ac:spMkLst>
            <pc:docMk/>
            <pc:sldMk cId="3939624714" sldId="260"/>
            <ac:spMk id="150" creationId="{17961D1E-37EF-54E7-4FB2-232A69AA401C}"/>
          </ac:spMkLst>
        </pc:spChg>
        <pc:spChg chg="add mod ord">
          <ac:chgData name="Jonah St. Hilaire" userId="9d0a7af2-d0bd-4748-b50b-5cc37e0fdaa3" providerId="ADAL" clId="{58AAB240-BB3C-43BA-87E9-80C5D70C8BCC}" dt="2026-09-11T19:30:01.483" v="4181" actId="166"/>
          <ac:spMkLst>
            <pc:docMk/>
            <pc:sldMk cId="3939624714" sldId="260"/>
            <ac:spMk id="161" creationId="{E80EA663-04E1-A6F5-830B-C5D4E757B494}"/>
          </ac:spMkLst>
        </pc:spChg>
        <pc:spChg chg="add mod">
          <ac:chgData name="Jonah St. Hilaire" userId="9d0a7af2-d0bd-4748-b50b-5cc37e0fdaa3" providerId="ADAL" clId="{58AAB240-BB3C-43BA-87E9-80C5D70C8BCC}" dt="2026-09-11T19:31:40.879" v="4224" actId="692"/>
          <ac:spMkLst>
            <pc:docMk/>
            <pc:sldMk cId="3939624714" sldId="260"/>
            <ac:spMk id="164" creationId="{F47238B4-2A10-4554-DE0A-2E422D35DF69}"/>
          </ac:spMkLst>
        </pc:spChg>
        <pc:spChg chg="add mod">
          <ac:chgData name="Jonah St. Hilaire" userId="9d0a7af2-d0bd-4748-b50b-5cc37e0fdaa3" providerId="ADAL" clId="{58AAB240-BB3C-43BA-87E9-80C5D70C8BCC}" dt="2026-09-11T19:28:14.640" v="4161" actId="1035"/>
          <ac:spMkLst>
            <pc:docMk/>
            <pc:sldMk cId="3939624714" sldId="260"/>
            <ac:spMk id="166" creationId="{10DAA87F-9EE7-A9A1-E820-C947D9E52EAC}"/>
          </ac:spMkLst>
        </pc:spChg>
        <pc:spChg chg="add mod">
          <ac:chgData name="Jonah St. Hilaire" userId="9d0a7af2-d0bd-4748-b50b-5cc37e0fdaa3" providerId="ADAL" clId="{58AAB240-BB3C-43BA-87E9-80C5D70C8BCC}" dt="2026-09-11T19:28:20.503" v="4162" actId="1076"/>
          <ac:spMkLst>
            <pc:docMk/>
            <pc:sldMk cId="3939624714" sldId="260"/>
            <ac:spMk id="168" creationId="{9F7236E9-0115-DE49-32E6-D9925423328A}"/>
          </ac:spMkLst>
        </pc:spChg>
        <pc:spChg chg="add mod">
          <ac:chgData name="Jonah St. Hilaire" userId="9d0a7af2-d0bd-4748-b50b-5cc37e0fdaa3" providerId="ADAL" clId="{58AAB240-BB3C-43BA-87E9-80C5D70C8BCC}" dt="2026-09-11T19:31:35.905" v="4222" actId="692"/>
          <ac:spMkLst>
            <pc:docMk/>
            <pc:sldMk cId="3939624714" sldId="260"/>
            <ac:spMk id="172" creationId="{C997BBB3-9383-64EF-9FA9-27AC2ABBDF8E}"/>
          </ac:spMkLst>
        </pc:spChg>
        <pc:spChg chg="add mod">
          <ac:chgData name="Jonah St. Hilaire" userId="9d0a7af2-d0bd-4748-b50b-5cc37e0fdaa3" providerId="ADAL" clId="{58AAB240-BB3C-43BA-87E9-80C5D70C8BCC}" dt="2026-09-11T19:26:18.319" v="4142" actId="1076"/>
          <ac:spMkLst>
            <pc:docMk/>
            <pc:sldMk cId="3939624714" sldId="260"/>
            <ac:spMk id="174" creationId="{53E67075-02A2-7A76-33B9-ADA2A7D0738E}"/>
          </ac:spMkLst>
        </pc:spChg>
        <pc:spChg chg="add mod">
          <ac:chgData name="Jonah St. Hilaire" userId="9d0a7af2-d0bd-4748-b50b-5cc37e0fdaa3" providerId="ADAL" clId="{58AAB240-BB3C-43BA-87E9-80C5D70C8BCC}" dt="2026-09-11T19:27:33.041" v="4156" actId="1076"/>
          <ac:spMkLst>
            <pc:docMk/>
            <pc:sldMk cId="3939624714" sldId="260"/>
            <ac:spMk id="176" creationId="{8D3B1A68-0757-97AB-86FE-295CA388AF45}"/>
          </ac:spMkLst>
        </pc:spChg>
        <pc:spChg chg="add mod">
          <ac:chgData name="Jonah St. Hilaire" userId="9d0a7af2-d0bd-4748-b50b-5cc37e0fdaa3" providerId="ADAL" clId="{58AAB240-BB3C-43BA-87E9-80C5D70C8BCC}" dt="2026-09-11T19:34:09.560" v="4243"/>
          <ac:spMkLst>
            <pc:docMk/>
            <pc:sldMk cId="3939624714" sldId="260"/>
            <ac:spMk id="205" creationId="{FBBE4EF6-3D1C-E4A6-E929-6044A5C248D0}"/>
          </ac:spMkLst>
        </pc:spChg>
        <pc:spChg chg="add mod">
          <ac:chgData name="Jonah St. Hilaire" userId="9d0a7af2-d0bd-4748-b50b-5cc37e0fdaa3" providerId="ADAL" clId="{58AAB240-BB3C-43BA-87E9-80C5D70C8BCC}" dt="2026-09-11T19:34:29.126" v="4252" actId="1076"/>
          <ac:spMkLst>
            <pc:docMk/>
            <pc:sldMk cId="3939624714" sldId="260"/>
            <ac:spMk id="207" creationId="{898B7E5A-375A-5176-C9F1-F05B521D91F3}"/>
          </ac:spMkLst>
        </pc:spChg>
        <pc:grpChg chg="add mod">
          <ac:chgData name="Jonah St. Hilaire" userId="9d0a7af2-d0bd-4748-b50b-5cc37e0fdaa3" providerId="ADAL" clId="{58AAB240-BB3C-43BA-87E9-80C5D70C8BCC}" dt="2026-09-11T18:55:40.122" v="3020" actId="1076"/>
          <ac:grpSpMkLst>
            <pc:docMk/>
            <pc:sldMk cId="3939624714" sldId="260"/>
            <ac:grpSpMk id="101" creationId="{289B4344-44B1-7B7B-6582-107B59ACA215}"/>
          </ac:grpSpMkLst>
        </pc:grpChg>
        <pc:picChg chg="mod">
          <ac:chgData name="Jonah St. Hilaire" userId="9d0a7af2-d0bd-4748-b50b-5cc37e0fdaa3" providerId="ADAL" clId="{58AAB240-BB3C-43BA-87E9-80C5D70C8BCC}" dt="2026-09-11T17:05:26.131" v="2990"/>
          <ac:picMkLst>
            <pc:docMk/>
            <pc:sldMk cId="3939624714" sldId="260"/>
            <ac:picMk id="103" creationId="{B554567E-38EA-F25D-5AD3-FD5BD2ADF56C}"/>
          </ac:picMkLst>
        </pc:picChg>
        <pc:cxnChg chg="mod">
          <ac:chgData name="Jonah St. Hilaire" userId="9d0a7af2-d0bd-4748-b50b-5cc37e0fdaa3" providerId="ADAL" clId="{58AAB240-BB3C-43BA-87E9-80C5D70C8BCC}" dt="2026-09-11T18:58:16.086" v="3072" actId="1035"/>
          <ac:cxnSpMkLst>
            <pc:docMk/>
            <pc:sldMk cId="3939624714" sldId="260"/>
            <ac:cxnSpMk id="41" creationId="{6E9F90DC-8987-E569-754E-7AC7ECBB7066}"/>
          </ac:cxnSpMkLst>
        </pc:cxnChg>
        <pc:cxnChg chg="mod">
          <ac:chgData name="Jonah St. Hilaire" userId="9d0a7af2-d0bd-4748-b50b-5cc37e0fdaa3" providerId="ADAL" clId="{58AAB240-BB3C-43BA-87E9-80C5D70C8BCC}" dt="2026-09-11T19:19:34.284" v="3885" actId="1036"/>
          <ac:cxnSpMkLst>
            <pc:docMk/>
            <pc:sldMk cId="3939624714" sldId="260"/>
            <ac:cxnSpMk id="42" creationId="{D18FD87D-E621-3D5E-B974-0F53449B4ED3}"/>
          </ac:cxnSpMkLst>
        </pc:cxnChg>
        <pc:cxnChg chg="mod">
          <ac:chgData name="Jonah St. Hilaire" userId="9d0a7af2-d0bd-4748-b50b-5cc37e0fdaa3" providerId="ADAL" clId="{58AAB240-BB3C-43BA-87E9-80C5D70C8BCC}" dt="2026-09-11T18:58:16.086" v="3072" actId="1035"/>
          <ac:cxnSpMkLst>
            <pc:docMk/>
            <pc:sldMk cId="3939624714" sldId="260"/>
            <ac:cxnSpMk id="43" creationId="{B6EFC526-1190-3AB7-243B-3DE425F580E0}"/>
          </ac:cxnSpMkLst>
        </pc:cxnChg>
        <pc:cxnChg chg="mod">
          <ac:chgData name="Jonah St. Hilaire" userId="9d0a7af2-d0bd-4748-b50b-5cc37e0fdaa3" providerId="ADAL" clId="{58AAB240-BB3C-43BA-87E9-80C5D70C8BCC}" dt="2026-09-11T18:57:50.781" v="3070" actId="1037"/>
          <ac:cxnSpMkLst>
            <pc:docMk/>
            <pc:sldMk cId="3939624714" sldId="260"/>
            <ac:cxnSpMk id="51" creationId="{4973E29C-5678-F8AB-3DE2-DA12834F5F48}"/>
          </ac:cxnSpMkLst>
        </pc:cxnChg>
        <pc:cxnChg chg="mod">
          <ac:chgData name="Jonah St. Hilaire" userId="9d0a7af2-d0bd-4748-b50b-5cc37e0fdaa3" providerId="ADAL" clId="{58AAB240-BB3C-43BA-87E9-80C5D70C8BCC}" dt="2026-09-11T19:19:28.566" v="3881" actId="1036"/>
          <ac:cxnSpMkLst>
            <pc:docMk/>
            <pc:sldMk cId="3939624714" sldId="260"/>
            <ac:cxnSpMk id="52" creationId="{83EC3F8C-8DA3-1793-14AC-56FB6AC421EB}"/>
          </ac:cxnSpMkLst>
        </pc:cxnChg>
        <pc:cxnChg chg="mod">
          <ac:chgData name="Jonah St. Hilaire" userId="9d0a7af2-d0bd-4748-b50b-5cc37e0fdaa3" providerId="ADAL" clId="{58AAB240-BB3C-43BA-87E9-80C5D70C8BCC}" dt="2026-09-11T18:57:50.781" v="3070" actId="1037"/>
          <ac:cxnSpMkLst>
            <pc:docMk/>
            <pc:sldMk cId="3939624714" sldId="260"/>
            <ac:cxnSpMk id="53" creationId="{1A0D0277-301B-C16B-0249-1359C5F21C1F}"/>
          </ac:cxnSpMkLst>
        </pc:cxnChg>
        <pc:cxnChg chg="mod">
          <ac:chgData name="Jonah St. Hilaire" userId="9d0a7af2-d0bd-4748-b50b-5cc37e0fdaa3" providerId="ADAL" clId="{58AAB240-BB3C-43BA-87E9-80C5D70C8BCC}" dt="2026-09-11T17:06:05.538" v="3001" actId="478"/>
          <ac:cxnSpMkLst>
            <pc:docMk/>
            <pc:sldMk cId="3939624714" sldId="260"/>
            <ac:cxnSpMk id="59" creationId="{3778F81B-D88E-C816-B1ED-0FC7FA51F03D}"/>
          </ac:cxnSpMkLst>
        </pc:cxnChg>
        <pc:cxnChg chg="mod">
          <ac:chgData name="Jonah St. Hilaire" userId="9d0a7af2-d0bd-4748-b50b-5cc37e0fdaa3" providerId="ADAL" clId="{58AAB240-BB3C-43BA-87E9-80C5D70C8BCC}" dt="2026-09-11T19:19:55.379" v="3894" actId="1036"/>
          <ac:cxnSpMkLst>
            <pc:docMk/>
            <pc:sldMk cId="3939624714" sldId="260"/>
            <ac:cxnSpMk id="61" creationId="{7015D3E5-6C3F-06C8-CCBA-56702FEF2F58}"/>
          </ac:cxnSpMkLst>
        </pc:cxnChg>
        <pc:cxnChg chg="mod">
          <ac:chgData name="Jonah St. Hilaire" userId="9d0a7af2-d0bd-4748-b50b-5cc37e0fdaa3" providerId="ADAL" clId="{58AAB240-BB3C-43BA-87E9-80C5D70C8BCC}" dt="2026-09-11T19:09:45.596" v="3587" actId="1076"/>
          <ac:cxnSpMkLst>
            <pc:docMk/>
            <pc:sldMk cId="3939624714" sldId="260"/>
            <ac:cxnSpMk id="65" creationId="{F1C84F3D-D834-73FB-BC01-FBDE05687AFA}"/>
          </ac:cxnSpMkLst>
        </pc:cxnChg>
        <pc:cxnChg chg="mod">
          <ac:chgData name="Jonah St. Hilaire" userId="9d0a7af2-d0bd-4748-b50b-5cc37e0fdaa3" providerId="ADAL" clId="{58AAB240-BB3C-43BA-87E9-80C5D70C8BCC}" dt="2026-09-11T19:04:38.591" v="3505" actId="692"/>
          <ac:cxnSpMkLst>
            <pc:docMk/>
            <pc:sldMk cId="3939624714" sldId="260"/>
            <ac:cxnSpMk id="72" creationId="{B61A0E80-7B83-290C-D930-EBE748FC11A1}"/>
          </ac:cxnSpMkLst>
        </pc:cxnChg>
        <pc:cxnChg chg="mod">
          <ac:chgData name="Jonah St. Hilaire" userId="9d0a7af2-d0bd-4748-b50b-5cc37e0fdaa3" providerId="ADAL" clId="{58AAB240-BB3C-43BA-87E9-80C5D70C8BCC}" dt="2026-09-11T19:04:34.306" v="3504" actId="692"/>
          <ac:cxnSpMkLst>
            <pc:docMk/>
            <pc:sldMk cId="3939624714" sldId="260"/>
            <ac:cxnSpMk id="74" creationId="{BA13FE3F-71B2-66AB-086C-0E739BCDAB7F}"/>
          </ac:cxnSpMkLst>
        </pc:cxnChg>
        <pc:cxnChg chg="mod">
          <ac:chgData name="Jonah St. Hilaire" userId="9d0a7af2-d0bd-4748-b50b-5cc37e0fdaa3" providerId="ADAL" clId="{58AAB240-BB3C-43BA-87E9-80C5D70C8BCC}" dt="2026-09-11T19:04:41.500" v="3506" actId="692"/>
          <ac:cxnSpMkLst>
            <pc:docMk/>
            <pc:sldMk cId="3939624714" sldId="260"/>
            <ac:cxnSpMk id="75" creationId="{9BF9A0F2-F199-7A80-7DB8-D596C81B21A4}"/>
          </ac:cxnSpMkLst>
        </pc:cxnChg>
        <pc:cxnChg chg="add mod">
          <ac:chgData name="Jonah St. Hilaire" userId="9d0a7af2-d0bd-4748-b50b-5cc37e0fdaa3" providerId="ADAL" clId="{58AAB240-BB3C-43BA-87E9-80C5D70C8BCC}" dt="2026-09-11T18:59:21.810" v="3208" actId="1037"/>
          <ac:cxnSpMkLst>
            <pc:docMk/>
            <pc:sldMk cId="3939624714" sldId="260"/>
            <ac:cxnSpMk id="106" creationId="{65B0FBD1-1A7D-EE83-1661-07565DE1615F}"/>
          </ac:cxnSpMkLst>
        </pc:cxnChg>
        <pc:cxnChg chg="add mod">
          <ac:chgData name="Jonah St. Hilaire" userId="9d0a7af2-d0bd-4748-b50b-5cc37e0fdaa3" providerId="ADAL" clId="{58AAB240-BB3C-43BA-87E9-80C5D70C8BCC}" dt="2026-09-11T19:20:11.231" v="3896" actId="1036"/>
          <ac:cxnSpMkLst>
            <pc:docMk/>
            <pc:sldMk cId="3939624714" sldId="260"/>
            <ac:cxnSpMk id="107" creationId="{301AAC26-BA08-6E21-C04E-AB274846DD36}"/>
          </ac:cxnSpMkLst>
        </pc:cxnChg>
        <pc:cxnChg chg="add mod">
          <ac:chgData name="Jonah St. Hilaire" userId="9d0a7af2-d0bd-4748-b50b-5cc37e0fdaa3" providerId="ADAL" clId="{58AAB240-BB3C-43BA-87E9-80C5D70C8BCC}" dt="2026-09-11T19:22:22.873" v="4046" actId="1035"/>
          <ac:cxnSpMkLst>
            <pc:docMk/>
            <pc:sldMk cId="3939624714" sldId="260"/>
            <ac:cxnSpMk id="110" creationId="{B91F3F81-9B49-BFAE-3D76-DFB84D06DEE1}"/>
          </ac:cxnSpMkLst>
        </pc:cxnChg>
        <pc:cxnChg chg="add mod">
          <ac:chgData name="Jonah St. Hilaire" userId="9d0a7af2-d0bd-4748-b50b-5cc37e0fdaa3" providerId="ADAL" clId="{58AAB240-BB3C-43BA-87E9-80C5D70C8BCC}" dt="2026-09-11T19:22:13.449" v="4041" actId="1035"/>
          <ac:cxnSpMkLst>
            <pc:docMk/>
            <pc:sldMk cId="3939624714" sldId="260"/>
            <ac:cxnSpMk id="111" creationId="{A3374864-25AC-40E1-D491-4654C3698172}"/>
          </ac:cxnSpMkLst>
        </pc:cxnChg>
        <pc:cxnChg chg="add mod">
          <ac:chgData name="Jonah St. Hilaire" userId="9d0a7af2-d0bd-4748-b50b-5cc37e0fdaa3" providerId="ADAL" clId="{58AAB240-BB3C-43BA-87E9-80C5D70C8BCC}" dt="2026-09-11T19:09:45.596" v="3587" actId="1076"/>
          <ac:cxnSpMkLst>
            <pc:docMk/>
            <pc:sldMk cId="3939624714" sldId="260"/>
            <ac:cxnSpMk id="123" creationId="{2391AB53-EC21-7CE6-1B56-E7741565953F}"/>
          </ac:cxnSpMkLst>
        </pc:cxnChg>
        <pc:cxnChg chg="add mod">
          <ac:chgData name="Jonah St. Hilaire" userId="9d0a7af2-d0bd-4748-b50b-5cc37e0fdaa3" providerId="ADAL" clId="{58AAB240-BB3C-43BA-87E9-80C5D70C8BCC}" dt="2026-09-11T19:11:58.315" v="3738" actId="1037"/>
          <ac:cxnSpMkLst>
            <pc:docMk/>
            <pc:sldMk cId="3939624714" sldId="260"/>
            <ac:cxnSpMk id="135" creationId="{A7677BFD-5778-2AD9-4E54-B8EA3560AADD}"/>
          </ac:cxnSpMkLst>
        </pc:cxnChg>
        <pc:cxnChg chg="add mod">
          <ac:chgData name="Jonah St. Hilaire" userId="9d0a7af2-d0bd-4748-b50b-5cc37e0fdaa3" providerId="ADAL" clId="{58AAB240-BB3C-43BA-87E9-80C5D70C8BCC}" dt="2026-09-11T19:27:20.822" v="4155" actId="1036"/>
          <ac:cxnSpMkLst>
            <pc:docMk/>
            <pc:sldMk cId="3939624714" sldId="260"/>
            <ac:cxnSpMk id="136" creationId="{6EA55729-B720-0CB7-A503-3FFEF2D56B3F}"/>
          </ac:cxnSpMkLst>
        </pc:cxnChg>
        <pc:cxnChg chg="add mod">
          <ac:chgData name="Jonah St. Hilaire" userId="9d0a7af2-d0bd-4748-b50b-5cc37e0fdaa3" providerId="ADAL" clId="{58AAB240-BB3C-43BA-87E9-80C5D70C8BCC}" dt="2026-09-11T19:15:01.199" v="3784" actId="1076"/>
          <ac:cxnSpMkLst>
            <pc:docMk/>
            <pc:sldMk cId="3939624714" sldId="260"/>
            <ac:cxnSpMk id="143" creationId="{3ED93ABE-34DB-60BD-0881-E5CE40AB83AB}"/>
          </ac:cxnSpMkLst>
        </pc:cxnChg>
        <pc:cxnChg chg="add mod">
          <ac:chgData name="Jonah St. Hilaire" userId="9d0a7af2-d0bd-4748-b50b-5cc37e0fdaa3" providerId="ADAL" clId="{58AAB240-BB3C-43BA-87E9-80C5D70C8BCC}" dt="2026-09-11T19:22:45.582" v="4048" actId="1036"/>
          <ac:cxnSpMkLst>
            <pc:docMk/>
            <pc:sldMk cId="3939624714" sldId="260"/>
            <ac:cxnSpMk id="146" creationId="{5ECB1BDD-9D41-C99D-1BDC-E7491586497D}"/>
          </ac:cxnSpMkLst>
        </pc:cxnChg>
        <pc:cxnChg chg="add mod">
          <ac:chgData name="Jonah St. Hilaire" userId="9d0a7af2-d0bd-4748-b50b-5cc37e0fdaa3" providerId="ADAL" clId="{58AAB240-BB3C-43BA-87E9-80C5D70C8BCC}" dt="2026-09-11T19:27:52.003" v="4157" actId="692"/>
          <ac:cxnSpMkLst>
            <pc:docMk/>
            <pc:sldMk cId="3939624714" sldId="260"/>
            <ac:cxnSpMk id="178" creationId="{0992CBC5-F175-D5DF-B6D2-2818E334296E}"/>
          </ac:cxnSpMkLst>
        </pc:cxnChg>
        <pc:cxnChg chg="add mod">
          <ac:chgData name="Jonah St. Hilaire" userId="9d0a7af2-d0bd-4748-b50b-5cc37e0fdaa3" providerId="ADAL" clId="{58AAB240-BB3C-43BA-87E9-80C5D70C8BCC}" dt="2026-09-11T19:28:14.640" v="4161" actId="1035"/>
          <ac:cxnSpMkLst>
            <pc:docMk/>
            <pc:sldMk cId="3939624714" sldId="260"/>
            <ac:cxnSpMk id="181" creationId="{55B85A1B-CE18-A933-EE99-B698A5B6E008}"/>
          </ac:cxnSpMkLst>
        </pc:cxnChg>
        <pc:cxnChg chg="add mod">
          <ac:chgData name="Jonah St. Hilaire" userId="9d0a7af2-d0bd-4748-b50b-5cc37e0fdaa3" providerId="ADAL" clId="{58AAB240-BB3C-43BA-87E9-80C5D70C8BCC}" dt="2026-09-11T19:29:36.094" v="4175" actId="14100"/>
          <ac:cxnSpMkLst>
            <pc:docMk/>
            <pc:sldMk cId="3939624714" sldId="260"/>
            <ac:cxnSpMk id="189" creationId="{2BDF6C84-786F-17DB-DA5A-02132EFADD5E}"/>
          </ac:cxnSpMkLst>
        </pc:cxnChg>
        <pc:cxnChg chg="add mod">
          <ac:chgData name="Jonah St. Hilaire" userId="9d0a7af2-d0bd-4748-b50b-5cc37e0fdaa3" providerId="ADAL" clId="{58AAB240-BB3C-43BA-87E9-80C5D70C8BCC}" dt="2026-09-11T19:29:59.461" v="4180" actId="14100"/>
          <ac:cxnSpMkLst>
            <pc:docMk/>
            <pc:sldMk cId="3939624714" sldId="260"/>
            <ac:cxnSpMk id="192" creationId="{A3199E7F-4F31-8532-B538-0F8437D1525C}"/>
          </ac:cxnSpMkLst>
        </pc:cxnChg>
        <pc:cxnChg chg="add mod">
          <ac:chgData name="Jonah St. Hilaire" userId="9d0a7af2-d0bd-4748-b50b-5cc37e0fdaa3" providerId="ADAL" clId="{58AAB240-BB3C-43BA-87E9-80C5D70C8BCC}" dt="2026-09-11T19:32:13.521" v="4226" actId="14100"/>
          <ac:cxnSpMkLst>
            <pc:docMk/>
            <pc:sldMk cId="3939624714" sldId="260"/>
            <ac:cxnSpMk id="195" creationId="{A2E2BC6F-DA8A-9C13-E9EF-D2718D240808}"/>
          </ac:cxnSpMkLst>
        </pc:cxnChg>
        <pc:cxnChg chg="add del mod">
          <ac:chgData name="Jonah St. Hilaire" userId="9d0a7af2-d0bd-4748-b50b-5cc37e0fdaa3" providerId="ADAL" clId="{58AAB240-BB3C-43BA-87E9-80C5D70C8BCC}" dt="2026-09-11T19:33:42.370" v="4233" actId="478"/>
          <ac:cxnSpMkLst>
            <pc:docMk/>
            <pc:sldMk cId="3939624714" sldId="260"/>
            <ac:cxnSpMk id="202" creationId="{E5CC4987-2591-D835-7310-272D7507F411}"/>
          </ac:cxnSpMkLst>
        </pc:cxnChg>
      </pc:sldChg>
      <pc:sldChg chg="addSp delSp modSp add mod">
        <pc:chgData name="Jonah St. Hilaire" userId="9d0a7af2-d0bd-4748-b50b-5cc37e0fdaa3" providerId="ADAL" clId="{58AAB240-BB3C-43BA-87E9-80C5D70C8BCC}" dt="2026-09-28T17:01:56.531" v="5153" actId="1076"/>
        <pc:sldMkLst>
          <pc:docMk/>
          <pc:sldMk cId="2711191929" sldId="261"/>
        </pc:sldMkLst>
        <pc:spChg chg="add mod">
          <ac:chgData name="Jonah St. Hilaire" userId="9d0a7af2-d0bd-4748-b50b-5cc37e0fdaa3" providerId="ADAL" clId="{58AAB240-BB3C-43BA-87E9-80C5D70C8BCC}" dt="2026-09-28T16:17:00.206" v="5054" actId="1036"/>
          <ac:spMkLst>
            <pc:docMk/>
            <pc:sldMk cId="2711191929" sldId="261"/>
            <ac:spMk id="4" creationId="{011C7877-FD0D-DC1B-FB6A-84B1834469F8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5" creationId="{7883BDD5-F10F-1FD8-17BA-89E602246AF9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7" creationId="{CCBCE907-3D3B-AFC4-D341-6303C2308864}"/>
          </ac:spMkLst>
        </pc:spChg>
        <pc:spChg chg="add mod">
          <ac:chgData name="Jonah St. Hilaire" userId="9d0a7af2-d0bd-4748-b50b-5cc37e0fdaa3" providerId="ADAL" clId="{58AAB240-BB3C-43BA-87E9-80C5D70C8BCC}" dt="2026-09-28T16:13:35.009" v="4988" actId="1038"/>
          <ac:spMkLst>
            <pc:docMk/>
            <pc:sldMk cId="2711191929" sldId="261"/>
            <ac:spMk id="11" creationId="{C96C720A-B7D9-6BE2-0690-5EB315D0E098}"/>
          </ac:spMkLst>
        </pc:spChg>
        <pc:spChg chg="add mod">
          <ac:chgData name="Jonah St. Hilaire" userId="9d0a7af2-d0bd-4748-b50b-5cc37e0fdaa3" providerId="ADAL" clId="{58AAB240-BB3C-43BA-87E9-80C5D70C8BCC}" dt="2026-09-28T16:18:28.537" v="5110" actId="20577"/>
          <ac:spMkLst>
            <pc:docMk/>
            <pc:sldMk cId="2711191929" sldId="261"/>
            <ac:spMk id="13" creationId="{329F44B4-E1E1-4543-8F0B-E3D612AB4D37}"/>
          </ac:spMkLst>
        </pc:spChg>
        <pc:spChg chg="add mod">
          <ac:chgData name="Jonah St. Hilaire" userId="9d0a7af2-d0bd-4748-b50b-5cc37e0fdaa3" providerId="ADAL" clId="{58AAB240-BB3C-43BA-87E9-80C5D70C8BCC}" dt="2026-09-28T16:19:21.095" v="5152" actId="1035"/>
          <ac:spMkLst>
            <pc:docMk/>
            <pc:sldMk cId="2711191929" sldId="261"/>
            <ac:spMk id="17" creationId="{95A25A8A-FE8C-3B3B-7396-8C1250FF0E58}"/>
          </ac:spMkLst>
        </pc:spChg>
        <pc:spChg chg="add mod">
          <ac:chgData name="Jonah St. Hilaire" userId="9d0a7af2-d0bd-4748-b50b-5cc37e0fdaa3" providerId="ADAL" clId="{58AAB240-BB3C-43BA-87E9-80C5D70C8BCC}" dt="2026-09-24T21:51:57.824" v="4718" actId="1076"/>
          <ac:spMkLst>
            <pc:docMk/>
            <pc:sldMk cId="2711191929" sldId="261"/>
            <ac:spMk id="19" creationId="{3AEB6BFE-289E-4AA6-0295-C6178324D3EA}"/>
          </ac:spMkLst>
        </pc:spChg>
        <pc:spChg chg="add mod">
          <ac:chgData name="Jonah St. Hilaire" userId="9d0a7af2-d0bd-4748-b50b-5cc37e0fdaa3" providerId="ADAL" clId="{58AAB240-BB3C-43BA-87E9-80C5D70C8BCC}" dt="2026-09-24T21:51:57.824" v="4718" actId="1076"/>
          <ac:spMkLst>
            <pc:docMk/>
            <pc:sldMk cId="2711191929" sldId="261"/>
            <ac:spMk id="21" creationId="{1EA8BF07-3938-0EB6-72BF-ACE2AF4BC5C9}"/>
          </ac:spMkLst>
        </pc:spChg>
        <pc:spChg chg="add del mod">
          <ac:chgData name="Jonah St. Hilaire" userId="9d0a7af2-d0bd-4748-b50b-5cc37e0fdaa3" providerId="ADAL" clId="{58AAB240-BB3C-43BA-87E9-80C5D70C8BCC}" dt="2026-09-28T16:13:12.357" v="4920" actId="478"/>
          <ac:spMkLst>
            <pc:docMk/>
            <pc:sldMk cId="2711191929" sldId="261"/>
            <ac:spMk id="23" creationId="{21F8FD11-0CDB-17D9-1A15-1502B35769EE}"/>
          </ac:spMkLst>
        </pc:spChg>
        <pc:spChg chg="add mod">
          <ac:chgData name="Jonah St. Hilaire" userId="9d0a7af2-d0bd-4748-b50b-5cc37e0fdaa3" providerId="ADAL" clId="{58AAB240-BB3C-43BA-87E9-80C5D70C8BCC}" dt="2026-09-24T21:54:25.665" v="4765" actId="1076"/>
          <ac:spMkLst>
            <pc:docMk/>
            <pc:sldMk cId="2711191929" sldId="261"/>
            <ac:spMk id="25" creationId="{E371127E-0331-F5F7-1D24-AAFCEF03AFC3}"/>
          </ac:spMkLst>
        </pc:spChg>
        <pc:spChg chg="add mod">
          <ac:chgData name="Jonah St. Hilaire" userId="9d0a7af2-d0bd-4748-b50b-5cc37e0fdaa3" providerId="ADAL" clId="{58AAB240-BB3C-43BA-87E9-80C5D70C8BCC}" dt="2026-09-24T21:53:56.095" v="4763" actId="1037"/>
          <ac:spMkLst>
            <pc:docMk/>
            <pc:sldMk cId="2711191929" sldId="261"/>
            <ac:spMk id="26" creationId="{AE55CCCC-A19B-FAC8-8644-6796649C0417}"/>
          </ac:spMkLst>
        </pc:spChg>
        <pc:spChg chg="add del mod">
          <ac:chgData name="Jonah St. Hilaire" userId="9d0a7af2-d0bd-4748-b50b-5cc37e0fdaa3" providerId="ADAL" clId="{58AAB240-BB3C-43BA-87E9-80C5D70C8BCC}" dt="2026-09-28T16:19:17.013" v="5147" actId="478"/>
          <ac:spMkLst>
            <pc:docMk/>
            <pc:sldMk cId="2711191929" sldId="261"/>
            <ac:spMk id="27" creationId="{B6BB7C16-19AE-FFED-DE27-8527649A6F33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38" creationId="{E147A842-F2EB-F73E-86B7-CA186B19F6C4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48" creationId="{0AB112CA-CC5F-51E4-DB56-4AF28A40E725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50" creationId="{5E05576F-2605-C1C6-FFB5-A1F9908987BA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64" creationId="{37C54D2F-EEFF-FA08-41E3-5B7FFCF29AD4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76" creationId="{151C5F4C-AD0E-1870-D0E6-02489A933D83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77" creationId="{7FAD317B-4040-8404-B401-6004A30807D4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86" creationId="{9BC99C41-618F-54D7-DF4B-3C1066DB5E16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100" creationId="{68FE51B0-DE23-9DDC-46A1-0AD43174BFD6}"/>
          </ac:spMkLst>
        </pc:spChg>
        <pc:spChg chg="mod">
          <ac:chgData name="Jonah St. Hilaire" userId="9d0a7af2-d0bd-4748-b50b-5cc37e0fdaa3" providerId="ADAL" clId="{58AAB240-BB3C-43BA-87E9-80C5D70C8BCC}" dt="2026-09-24T21:50:53.745" v="4665" actId="1038"/>
          <ac:spMkLst>
            <pc:docMk/>
            <pc:sldMk cId="2711191929" sldId="261"/>
            <ac:spMk id="113" creationId="{3F332451-58AF-EDC2-C255-B2D34882CA77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30" creationId="{AE6252B7-0B47-D446-EC58-3998F967477A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32" creationId="{26E1D680-016A-243E-3386-136555BA0F8F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133" creationId="{50BAC518-4969-8D68-1E4F-9B6446879155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150" creationId="{1E99AAFA-1915-2EFA-A985-9BE09C11EE9B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164" creationId="{530CB936-B083-5858-DFF1-E95C3182DDA3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66" creationId="{3C8FCF78-1280-5A20-FD97-70DE029FA688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68" creationId="{526C9AED-8267-6141-DFDA-E0C6BBC5CA5E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72" creationId="{EF9772A2-FF89-CF5F-BA4E-D5FD4669080A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174" creationId="{C94686C0-5624-B1DC-B049-156BF4520E33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176" creationId="{D9556443-4557-85B5-5C43-309D540AEEAF}"/>
          </ac:spMkLst>
        </pc:spChg>
        <pc:spChg chg="mod">
          <ac:chgData name="Jonah St. Hilaire" userId="9d0a7af2-d0bd-4748-b50b-5cc37e0fdaa3" providerId="ADAL" clId="{58AAB240-BB3C-43BA-87E9-80C5D70C8BCC}" dt="2026-09-24T21:55:28.752" v="4845" actId="1038"/>
          <ac:spMkLst>
            <pc:docMk/>
            <pc:sldMk cId="2711191929" sldId="261"/>
            <ac:spMk id="205" creationId="{13433988-653C-8DB3-2C68-D1FA5C468346}"/>
          </ac:spMkLst>
        </pc:spChg>
        <pc:spChg chg="mod">
          <ac:chgData name="Jonah St. Hilaire" userId="9d0a7af2-d0bd-4748-b50b-5cc37e0fdaa3" providerId="ADAL" clId="{58AAB240-BB3C-43BA-87E9-80C5D70C8BCC}" dt="2026-09-28T17:01:56.531" v="5153" actId="1076"/>
          <ac:spMkLst>
            <pc:docMk/>
            <pc:sldMk cId="2711191929" sldId="261"/>
            <ac:spMk id="207" creationId="{1AF226F3-0B10-7E99-7F7F-BA0048598D8B}"/>
          </ac:spMkLst>
        </pc:spChg>
        <pc:cxnChg chg="add mod">
          <ac:chgData name="Jonah St. Hilaire" userId="9d0a7af2-d0bd-4748-b50b-5cc37e0fdaa3" providerId="ADAL" clId="{58AAB240-BB3C-43BA-87E9-80C5D70C8BCC}" dt="2026-09-28T16:17:00.206" v="5054" actId="1036"/>
          <ac:cxnSpMkLst>
            <pc:docMk/>
            <pc:sldMk cId="2711191929" sldId="261"/>
            <ac:cxnSpMk id="8" creationId="{B242F009-EC7A-415C-B407-E45ED6E2E27D}"/>
          </ac:cxnSpMkLst>
        </pc:cxnChg>
        <pc:cxnChg chg="add mod">
          <ac:chgData name="Jonah St. Hilaire" userId="9d0a7af2-d0bd-4748-b50b-5cc37e0fdaa3" providerId="ADAL" clId="{58AAB240-BB3C-43BA-87E9-80C5D70C8BCC}" dt="2026-09-28T16:17:09.685" v="5055" actId="692"/>
          <ac:cxnSpMkLst>
            <pc:docMk/>
            <pc:sldMk cId="2711191929" sldId="261"/>
            <ac:cxnSpMk id="15" creationId="{30E710BB-FB78-C6FE-1CE4-BD83B690F8DD}"/>
          </ac:cxnSpMkLst>
        </pc:cxnChg>
        <pc:cxnChg chg="add mod">
          <ac:chgData name="Jonah St. Hilaire" userId="9d0a7af2-d0bd-4748-b50b-5cc37e0fdaa3" providerId="ADAL" clId="{58AAB240-BB3C-43BA-87E9-80C5D70C8BCC}" dt="2026-09-24T21:52:17.933" v="4748" actId="1038"/>
          <ac:cxnSpMkLst>
            <pc:docMk/>
            <pc:sldMk cId="2711191929" sldId="261"/>
            <ac:cxnSpMk id="24" creationId="{7DBDDEB8-75FC-7099-3925-4ED4CDE33C18}"/>
          </ac:cxnSpMkLst>
        </pc:cxnChg>
        <pc:cxnChg chg="add mod">
          <ac:chgData name="Jonah St. Hilaire" userId="9d0a7af2-d0bd-4748-b50b-5cc37e0fdaa3" providerId="ADAL" clId="{58AAB240-BB3C-43BA-87E9-80C5D70C8BCC}" dt="2026-09-24T21:54:41.989" v="4806" actId="1038"/>
          <ac:cxnSpMkLst>
            <pc:docMk/>
            <pc:sldMk cId="2711191929" sldId="261"/>
            <ac:cxnSpMk id="28" creationId="{0F135ECA-3931-5432-A0AD-04555DB8869C}"/>
          </ac:cxnSpMkLst>
        </pc:cxnChg>
        <pc:cxnChg chg="mod">
          <ac:chgData name="Jonah St. Hilaire" userId="9d0a7af2-d0bd-4748-b50b-5cc37e0fdaa3" providerId="ADAL" clId="{58AAB240-BB3C-43BA-87E9-80C5D70C8BCC}" dt="2026-09-24T21:51:33.498" v="4714" actId="1076"/>
          <ac:cxnSpMkLst>
            <pc:docMk/>
            <pc:sldMk cId="2711191929" sldId="261"/>
            <ac:cxnSpMk id="181" creationId="{B8E39D0D-BF4D-D834-8CD7-3BDEC111E741}"/>
          </ac:cxnSpMkLst>
        </pc:cxnChg>
        <pc:cxnChg chg="mod">
          <ac:chgData name="Jonah St. Hilaire" userId="9d0a7af2-d0bd-4748-b50b-5cc37e0fdaa3" providerId="ADAL" clId="{58AAB240-BB3C-43BA-87E9-80C5D70C8BCC}" dt="2026-09-24T21:55:48.160" v="4846" actId="14100"/>
          <ac:cxnSpMkLst>
            <pc:docMk/>
            <pc:sldMk cId="2711191929" sldId="261"/>
            <ac:cxnSpMk id="189" creationId="{25D892B0-65AA-DFA6-541D-21EAF220573E}"/>
          </ac:cxnSpMkLst>
        </pc:cxnChg>
        <pc:cxnChg chg="mod">
          <ac:chgData name="Jonah St. Hilaire" userId="9d0a7af2-d0bd-4748-b50b-5cc37e0fdaa3" providerId="ADAL" clId="{58AAB240-BB3C-43BA-87E9-80C5D70C8BCC}" dt="2026-09-24T21:55:53.216" v="4847" actId="14100"/>
          <ac:cxnSpMkLst>
            <pc:docMk/>
            <pc:sldMk cId="2711191929" sldId="261"/>
            <ac:cxnSpMk id="192" creationId="{92E31983-E28F-A960-816D-B52640928B1D}"/>
          </ac:cxnSpMkLst>
        </pc:cxnChg>
        <pc:cxnChg chg="mod">
          <ac:chgData name="Jonah St. Hilaire" userId="9d0a7af2-d0bd-4748-b50b-5cc37e0fdaa3" providerId="ADAL" clId="{58AAB240-BB3C-43BA-87E9-80C5D70C8BCC}" dt="2026-09-24T21:51:33.498" v="4714" actId="1076"/>
          <ac:cxnSpMkLst>
            <pc:docMk/>
            <pc:sldMk cId="2711191929" sldId="261"/>
            <ac:cxnSpMk id="202" creationId="{6B53A215-F02F-7F0D-8731-0643808CA9B7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1B76C8-650E-46E7-9239-6D2B71F9A944}" type="datetimeFigureOut">
              <a:rPr lang="en-CA" smtClean="0"/>
              <a:t>2026-09-28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222375" y="1143000"/>
            <a:ext cx="9302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F4A32F-C695-4BF9-863B-752C2D5BBE9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5973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4A32F-C695-4BF9-863B-752C2D5BBE96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00869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41" y="1172506"/>
            <a:ext cx="16199644" cy="2494268"/>
          </a:xfrm>
        </p:spPr>
        <p:txBody>
          <a:bodyPr anchor="b"/>
          <a:lstStyle>
            <a:lvl1pPr algn="ctr">
              <a:defRPr sz="62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3762963"/>
            <a:ext cx="16199644" cy="1729735"/>
          </a:xfrm>
        </p:spPr>
        <p:txBody>
          <a:bodyPr/>
          <a:lstStyle>
            <a:lvl1pPr marL="0" indent="0" algn="ctr">
              <a:buNone/>
              <a:defRPr sz="2507"/>
            </a:lvl1pPr>
            <a:lvl2pPr marL="477637" indent="0" algn="ctr">
              <a:buNone/>
              <a:defRPr sz="2089"/>
            </a:lvl2pPr>
            <a:lvl3pPr marL="955274" indent="0" algn="ctr">
              <a:buNone/>
              <a:defRPr sz="1880"/>
            </a:lvl3pPr>
            <a:lvl4pPr marL="1432911" indent="0" algn="ctr">
              <a:buNone/>
              <a:defRPr sz="1672"/>
            </a:lvl4pPr>
            <a:lvl5pPr marL="1910547" indent="0" algn="ctr">
              <a:buNone/>
              <a:defRPr sz="1672"/>
            </a:lvl5pPr>
            <a:lvl6pPr marL="2388184" indent="0" algn="ctr">
              <a:buNone/>
              <a:defRPr sz="1672"/>
            </a:lvl6pPr>
            <a:lvl7pPr marL="2865821" indent="0" algn="ctr">
              <a:buNone/>
              <a:defRPr sz="1672"/>
            </a:lvl7pPr>
            <a:lvl8pPr marL="3343458" indent="0" algn="ctr">
              <a:buNone/>
              <a:defRPr sz="1672"/>
            </a:lvl8pPr>
            <a:lvl9pPr marL="3821095" indent="0" algn="ctr">
              <a:buNone/>
              <a:defRPr sz="167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7087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4775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8" y="1786123"/>
            <a:ext cx="18629590" cy="2980186"/>
          </a:xfrm>
        </p:spPr>
        <p:txBody>
          <a:bodyPr anchor="b"/>
          <a:lstStyle>
            <a:lvl1pPr>
              <a:defRPr sz="62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8" y="4794503"/>
            <a:ext cx="18629590" cy="1567209"/>
          </a:xfrm>
        </p:spPr>
        <p:txBody>
          <a:bodyPr/>
          <a:lstStyle>
            <a:lvl1pPr marL="0" indent="0">
              <a:buNone/>
              <a:defRPr sz="2507">
                <a:solidFill>
                  <a:schemeClr val="tx1">
                    <a:tint val="82000"/>
                  </a:schemeClr>
                </a:solidFill>
              </a:defRPr>
            </a:lvl1pPr>
            <a:lvl2pPr marL="477637" indent="0">
              <a:buNone/>
              <a:defRPr sz="2089">
                <a:solidFill>
                  <a:schemeClr val="tx1">
                    <a:tint val="82000"/>
                  </a:schemeClr>
                </a:solidFill>
              </a:defRPr>
            </a:lvl2pPr>
            <a:lvl3pPr marL="955274" indent="0">
              <a:buNone/>
              <a:defRPr sz="1880">
                <a:solidFill>
                  <a:schemeClr val="tx1">
                    <a:tint val="82000"/>
                  </a:schemeClr>
                </a:solidFill>
              </a:defRPr>
            </a:lvl3pPr>
            <a:lvl4pPr marL="1432911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4pPr>
            <a:lvl5pPr marL="1910547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5pPr>
            <a:lvl6pPr marL="2388184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6pPr>
            <a:lvl7pPr marL="2865821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7pPr>
            <a:lvl8pPr marL="3343458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8pPr>
            <a:lvl9pPr marL="3821095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19017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1907187"/>
            <a:ext cx="9179798" cy="4545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1907187"/>
            <a:ext cx="9179798" cy="4545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515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381438"/>
            <a:ext cx="18629590" cy="138478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1" y="1756271"/>
            <a:ext cx="9137611" cy="860721"/>
          </a:xfrm>
        </p:spPr>
        <p:txBody>
          <a:bodyPr anchor="b"/>
          <a:lstStyle>
            <a:lvl1pPr marL="0" indent="0">
              <a:buNone/>
              <a:defRPr sz="2507" b="1"/>
            </a:lvl1pPr>
            <a:lvl2pPr marL="477637" indent="0">
              <a:buNone/>
              <a:defRPr sz="2089" b="1"/>
            </a:lvl2pPr>
            <a:lvl3pPr marL="955274" indent="0">
              <a:buNone/>
              <a:defRPr sz="1880" b="1"/>
            </a:lvl3pPr>
            <a:lvl4pPr marL="1432911" indent="0">
              <a:buNone/>
              <a:defRPr sz="1672" b="1"/>
            </a:lvl4pPr>
            <a:lvl5pPr marL="1910547" indent="0">
              <a:buNone/>
              <a:defRPr sz="1672" b="1"/>
            </a:lvl5pPr>
            <a:lvl6pPr marL="2388184" indent="0">
              <a:buNone/>
              <a:defRPr sz="1672" b="1"/>
            </a:lvl6pPr>
            <a:lvl7pPr marL="2865821" indent="0">
              <a:buNone/>
              <a:defRPr sz="1672" b="1"/>
            </a:lvl7pPr>
            <a:lvl8pPr marL="3343458" indent="0">
              <a:buNone/>
              <a:defRPr sz="1672" b="1"/>
            </a:lvl8pPr>
            <a:lvl9pPr marL="3821095" indent="0">
              <a:buNone/>
              <a:defRPr sz="16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1" y="2616992"/>
            <a:ext cx="9137611" cy="38492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0" y="1756271"/>
            <a:ext cx="9182611" cy="860721"/>
          </a:xfrm>
        </p:spPr>
        <p:txBody>
          <a:bodyPr anchor="b"/>
          <a:lstStyle>
            <a:lvl1pPr marL="0" indent="0">
              <a:buNone/>
              <a:defRPr sz="2507" b="1"/>
            </a:lvl1pPr>
            <a:lvl2pPr marL="477637" indent="0">
              <a:buNone/>
              <a:defRPr sz="2089" b="1"/>
            </a:lvl2pPr>
            <a:lvl3pPr marL="955274" indent="0">
              <a:buNone/>
              <a:defRPr sz="1880" b="1"/>
            </a:lvl3pPr>
            <a:lvl4pPr marL="1432911" indent="0">
              <a:buNone/>
              <a:defRPr sz="1672" b="1"/>
            </a:lvl4pPr>
            <a:lvl5pPr marL="1910547" indent="0">
              <a:buNone/>
              <a:defRPr sz="1672" b="1"/>
            </a:lvl5pPr>
            <a:lvl6pPr marL="2388184" indent="0">
              <a:buNone/>
              <a:defRPr sz="1672" b="1"/>
            </a:lvl6pPr>
            <a:lvl7pPr marL="2865821" indent="0">
              <a:buNone/>
              <a:defRPr sz="1672" b="1"/>
            </a:lvl7pPr>
            <a:lvl8pPr marL="3343458" indent="0">
              <a:buNone/>
              <a:defRPr sz="1672" b="1"/>
            </a:lvl8pPr>
            <a:lvl9pPr marL="3821095" indent="0">
              <a:buNone/>
              <a:defRPr sz="16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0" y="2616992"/>
            <a:ext cx="9182611" cy="38492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2026-09-28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577556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2026-09-28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77735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2026-09-28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181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77626"/>
            <a:ext cx="6966408" cy="1671691"/>
          </a:xfrm>
        </p:spPr>
        <p:txBody>
          <a:bodyPr anchor="b"/>
          <a:lstStyle>
            <a:lvl1pPr>
              <a:defRPr sz="33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1031540"/>
            <a:ext cx="10934760" cy="5091359"/>
          </a:xfrm>
        </p:spPr>
        <p:txBody>
          <a:bodyPr/>
          <a:lstStyle>
            <a:lvl1pPr>
              <a:defRPr sz="3343"/>
            </a:lvl1pPr>
            <a:lvl2pPr>
              <a:defRPr sz="2925"/>
            </a:lvl2pPr>
            <a:lvl3pPr>
              <a:defRPr sz="2507"/>
            </a:lvl3pPr>
            <a:lvl4pPr>
              <a:defRPr sz="2089"/>
            </a:lvl4pPr>
            <a:lvl5pPr>
              <a:defRPr sz="2089"/>
            </a:lvl5pPr>
            <a:lvl6pPr>
              <a:defRPr sz="2089"/>
            </a:lvl6pPr>
            <a:lvl7pPr>
              <a:defRPr sz="2089"/>
            </a:lvl7pPr>
            <a:lvl8pPr>
              <a:defRPr sz="2089"/>
            </a:lvl8pPr>
            <a:lvl9pPr>
              <a:defRPr sz="208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149316"/>
            <a:ext cx="6966408" cy="3981875"/>
          </a:xfrm>
        </p:spPr>
        <p:txBody>
          <a:bodyPr/>
          <a:lstStyle>
            <a:lvl1pPr marL="0" indent="0">
              <a:buNone/>
              <a:defRPr sz="1672"/>
            </a:lvl1pPr>
            <a:lvl2pPr marL="477637" indent="0">
              <a:buNone/>
              <a:defRPr sz="1463"/>
            </a:lvl2pPr>
            <a:lvl3pPr marL="955274" indent="0">
              <a:buNone/>
              <a:defRPr sz="1254"/>
            </a:lvl3pPr>
            <a:lvl4pPr marL="1432911" indent="0">
              <a:buNone/>
              <a:defRPr sz="1045"/>
            </a:lvl4pPr>
            <a:lvl5pPr marL="1910547" indent="0">
              <a:buNone/>
              <a:defRPr sz="1045"/>
            </a:lvl5pPr>
            <a:lvl6pPr marL="2388184" indent="0">
              <a:buNone/>
              <a:defRPr sz="1045"/>
            </a:lvl6pPr>
            <a:lvl7pPr marL="2865821" indent="0">
              <a:buNone/>
              <a:defRPr sz="1045"/>
            </a:lvl7pPr>
            <a:lvl8pPr marL="3343458" indent="0">
              <a:buNone/>
              <a:defRPr sz="1045"/>
            </a:lvl8pPr>
            <a:lvl9pPr marL="3821095" indent="0">
              <a:buNone/>
              <a:defRPr sz="10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20568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77626"/>
            <a:ext cx="6966408" cy="1671691"/>
          </a:xfrm>
        </p:spPr>
        <p:txBody>
          <a:bodyPr anchor="b"/>
          <a:lstStyle>
            <a:lvl1pPr>
              <a:defRPr sz="33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1031540"/>
            <a:ext cx="10934760" cy="5091359"/>
          </a:xfrm>
        </p:spPr>
        <p:txBody>
          <a:bodyPr anchor="t"/>
          <a:lstStyle>
            <a:lvl1pPr marL="0" indent="0">
              <a:buNone/>
              <a:defRPr sz="3343"/>
            </a:lvl1pPr>
            <a:lvl2pPr marL="477637" indent="0">
              <a:buNone/>
              <a:defRPr sz="2925"/>
            </a:lvl2pPr>
            <a:lvl3pPr marL="955274" indent="0">
              <a:buNone/>
              <a:defRPr sz="2507"/>
            </a:lvl3pPr>
            <a:lvl4pPr marL="1432911" indent="0">
              <a:buNone/>
              <a:defRPr sz="2089"/>
            </a:lvl4pPr>
            <a:lvl5pPr marL="1910547" indent="0">
              <a:buNone/>
              <a:defRPr sz="2089"/>
            </a:lvl5pPr>
            <a:lvl6pPr marL="2388184" indent="0">
              <a:buNone/>
              <a:defRPr sz="2089"/>
            </a:lvl6pPr>
            <a:lvl7pPr marL="2865821" indent="0">
              <a:buNone/>
              <a:defRPr sz="2089"/>
            </a:lvl7pPr>
            <a:lvl8pPr marL="3343458" indent="0">
              <a:buNone/>
              <a:defRPr sz="2089"/>
            </a:lvl8pPr>
            <a:lvl9pPr marL="3821095" indent="0">
              <a:buNone/>
              <a:defRPr sz="208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149316"/>
            <a:ext cx="6966408" cy="3981875"/>
          </a:xfrm>
        </p:spPr>
        <p:txBody>
          <a:bodyPr/>
          <a:lstStyle>
            <a:lvl1pPr marL="0" indent="0">
              <a:buNone/>
              <a:defRPr sz="1672"/>
            </a:lvl1pPr>
            <a:lvl2pPr marL="477637" indent="0">
              <a:buNone/>
              <a:defRPr sz="1463"/>
            </a:lvl2pPr>
            <a:lvl3pPr marL="955274" indent="0">
              <a:buNone/>
              <a:defRPr sz="1254"/>
            </a:lvl3pPr>
            <a:lvl4pPr marL="1432911" indent="0">
              <a:buNone/>
              <a:defRPr sz="1045"/>
            </a:lvl4pPr>
            <a:lvl5pPr marL="1910547" indent="0">
              <a:buNone/>
              <a:defRPr sz="1045"/>
            </a:lvl5pPr>
            <a:lvl6pPr marL="2388184" indent="0">
              <a:buNone/>
              <a:defRPr sz="1045"/>
            </a:lvl6pPr>
            <a:lvl7pPr marL="2865821" indent="0">
              <a:buNone/>
              <a:defRPr sz="1045"/>
            </a:lvl7pPr>
            <a:lvl8pPr marL="3343458" indent="0">
              <a:buNone/>
              <a:defRPr sz="1045"/>
            </a:lvl8pPr>
            <a:lvl9pPr marL="3821095" indent="0">
              <a:buNone/>
              <a:defRPr sz="10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2026-09-28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5755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98342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0" y="381437"/>
            <a:ext cx="4657398" cy="60714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7" y="381437"/>
            <a:ext cx="13702199" cy="60714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2026-09-28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73253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381438"/>
            <a:ext cx="18629590" cy="13847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1907187"/>
            <a:ext cx="18629590" cy="45457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6640327"/>
            <a:ext cx="4859893" cy="3814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C7401E-E5C6-4ADA-88C9-F7478DD83A36}" type="datetimeFigureOut">
              <a:rPr lang="en-CA" smtClean="0"/>
              <a:t>2026-09-28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6640327"/>
            <a:ext cx="7289840" cy="3814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6640327"/>
            <a:ext cx="4859893" cy="3814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4865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55274" rtl="0" eaLnBrk="1" latinLnBrk="0" hangingPunct="1">
        <a:lnSpc>
          <a:spcPct val="90000"/>
        </a:lnSpc>
        <a:spcBef>
          <a:spcPct val="0"/>
        </a:spcBef>
        <a:buNone/>
        <a:defRPr sz="45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8818" indent="-238818" algn="l" defTabSz="955274" rtl="0" eaLnBrk="1" latinLnBrk="0" hangingPunct="1">
        <a:lnSpc>
          <a:spcPct val="90000"/>
        </a:lnSpc>
        <a:spcBef>
          <a:spcPts val="1045"/>
        </a:spcBef>
        <a:buFont typeface="Arial" panose="020B0604020202020204" pitchFamily="34" charset="0"/>
        <a:buChar char="•"/>
        <a:defRPr sz="2925" kern="1200">
          <a:solidFill>
            <a:schemeClr val="tx1"/>
          </a:solidFill>
          <a:latin typeface="+mn-lt"/>
          <a:ea typeface="+mn-ea"/>
          <a:cs typeface="+mn-cs"/>
        </a:defRPr>
      </a:lvl1pPr>
      <a:lvl2pPr marL="716455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2507" kern="1200">
          <a:solidFill>
            <a:schemeClr val="tx1"/>
          </a:solidFill>
          <a:latin typeface="+mn-lt"/>
          <a:ea typeface="+mn-ea"/>
          <a:cs typeface="+mn-cs"/>
        </a:defRPr>
      </a:lvl2pPr>
      <a:lvl3pPr marL="1194092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2089" kern="1200">
          <a:solidFill>
            <a:schemeClr val="tx1"/>
          </a:solidFill>
          <a:latin typeface="+mn-lt"/>
          <a:ea typeface="+mn-ea"/>
          <a:cs typeface="+mn-cs"/>
        </a:defRPr>
      </a:lvl3pPr>
      <a:lvl4pPr marL="1671729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4pPr>
      <a:lvl5pPr marL="2149366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5pPr>
      <a:lvl6pPr marL="2627003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6pPr>
      <a:lvl7pPr marL="3104639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7pPr>
      <a:lvl8pPr marL="3582276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8pPr>
      <a:lvl9pPr marL="4059913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1pPr>
      <a:lvl2pPr marL="477637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2pPr>
      <a:lvl3pPr marL="955274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3pPr>
      <a:lvl4pPr marL="1432911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4pPr>
      <a:lvl5pPr marL="1910547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5pPr>
      <a:lvl6pPr marL="2388184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6pPr>
      <a:lvl7pPr marL="2865821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7pPr>
      <a:lvl8pPr marL="3343458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8pPr>
      <a:lvl9pPr marL="3821095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hyperlink" Target="https://fabacademy.org/archives/2015/doc/electronics_design_eagle.html" TargetMode="External"/><Relationship Id="rId21" Type="http://schemas.openxmlformats.org/officeDocument/2006/relationships/image" Target="../media/image19.png"/><Relationship Id="rId34" Type="http://schemas.openxmlformats.org/officeDocument/2006/relationships/image" Target="../media/image32.png"/><Relationship Id="rId42" Type="http://schemas.openxmlformats.org/officeDocument/2006/relationships/image" Target="../media/image39.png"/><Relationship Id="rId47" Type="http://schemas.openxmlformats.org/officeDocument/2006/relationships/image" Target="../media/image44.png"/><Relationship Id="rId50" Type="http://schemas.openxmlformats.org/officeDocument/2006/relationships/image" Target="../media/image47.png"/><Relationship Id="rId55" Type="http://schemas.openxmlformats.org/officeDocument/2006/relationships/image" Target="../media/image5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4.png"/><Relationship Id="rId29" Type="http://schemas.openxmlformats.org/officeDocument/2006/relationships/image" Target="../media/image27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40" Type="http://schemas.openxmlformats.org/officeDocument/2006/relationships/image" Target="../media/image37.png"/><Relationship Id="rId45" Type="http://schemas.openxmlformats.org/officeDocument/2006/relationships/image" Target="../media/image42.png"/><Relationship Id="rId53" Type="http://schemas.openxmlformats.org/officeDocument/2006/relationships/image" Target="../media/image50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4" Type="http://schemas.openxmlformats.org/officeDocument/2006/relationships/image" Target="../media/image41.png"/><Relationship Id="rId52" Type="http://schemas.openxmlformats.org/officeDocument/2006/relationships/image" Target="../media/image49.png"/><Relationship Id="rId4" Type="http://schemas.openxmlformats.org/officeDocument/2006/relationships/image" Target="../media/image3.png"/><Relationship Id="rId9" Type="http://schemas.openxmlformats.org/officeDocument/2006/relationships/image" Target="../media/image2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Relationship Id="rId43" Type="http://schemas.openxmlformats.org/officeDocument/2006/relationships/image" Target="../media/image40.png"/><Relationship Id="rId48" Type="http://schemas.openxmlformats.org/officeDocument/2006/relationships/image" Target="../media/image45.png"/><Relationship Id="rId56" Type="http://schemas.openxmlformats.org/officeDocument/2006/relationships/image" Target="../media/image53.png"/><Relationship Id="rId8" Type="http://schemas.openxmlformats.org/officeDocument/2006/relationships/image" Target="../media/image7.png"/><Relationship Id="rId51" Type="http://schemas.openxmlformats.org/officeDocument/2006/relationships/image" Target="../media/image48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46" Type="http://schemas.openxmlformats.org/officeDocument/2006/relationships/image" Target="../media/image43.png"/><Relationship Id="rId20" Type="http://schemas.openxmlformats.org/officeDocument/2006/relationships/image" Target="../media/image18.png"/><Relationship Id="rId41" Type="http://schemas.openxmlformats.org/officeDocument/2006/relationships/image" Target="../media/image38.png"/><Relationship Id="rId54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49" Type="http://schemas.openxmlformats.org/officeDocument/2006/relationships/image" Target="../media/image46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26" Type="http://schemas.openxmlformats.org/officeDocument/2006/relationships/image" Target="../media/image24.png"/><Relationship Id="rId39" Type="http://schemas.openxmlformats.org/officeDocument/2006/relationships/image" Target="../media/image89.png"/><Relationship Id="rId21" Type="http://schemas.openxmlformats.org/officeDocument/2006/relationships/image" Target="../media/image72.png"/><Relationship Id="rId34" Type="http://schemas.openxmlformats.org/officeDocument/2006/relationships/image" Target="../media/image84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67.png"/><Relationship Id="rId20" Type="http://schemas.openxmlformats.org/officeDocument/2006/relationships/image" Target="../media/image71.png"/><Relationship Id="rId29" Type="http://schemas.openxmlformats.org/officeDocument/2006/relationships/image" Target="../media/image79.png"/><Relationship Id="rId41" Type="http://schemas.openxmlformats.org/officeDocument/2006/relationships/image" Target="../media/image9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24" Type="http://schemas.openxmlformats.org/officeDocument/2006/relationships/image" Target="../media/image75.png"/><Relationship Id="rId32" Type="http://schemas.openxmlformats.org/officeDocument/2006/relationships/image" Target="../media/image82.png"/><Relationship Id="rId37" Type="http://schemas.openxmlformats.org/officeDocument/2006/relationships/image" Target="../media/image87.png"/><Relationship Id="rId40" Type="http://schemas.openxmlformats.org/officeDocument/2006/relationships/image" Target="../media/image90.png"/><Relationship Id="rId5" Type="http://schemas.openxmlformats.org/officeDocument/2006/relationships/image" Target="../media/image56.png"/><Relationship Id="rId15" Type="http://schemas.openxmlformats.org/officeDocument/2006/relationships/image" Target="../media/image66.png"/><Relationship Id="rId23" Type="http://schemas.openxmlformats.org/officeDocument/2006/relationships/image" Target="../media/image74.png"/><Relationship Id="rId28" Type="http://schemas.openxmlformats.org/officeDocument/2006/relationships/image" Target="../media/image78.png"/><Relationship Id="rId36" Type="http://schemas.openxmlformats.org/officeDocument/2006/relationships/image" Target="../media/image86.png"/><Relationship Id="rId10" Type="http://schemas.openxmlformats.org/officeDocument/2006/relationships/image" Target="../media/image61.png"/><Relationship Id="rId19" Type="http://schemas.openxmlformats.org/officeDocument/2006/relationships/image" Target="../media/image70.png"/><Relationship Id="rId31" Type="http://schemas.openxmlformats.org/officeDocument/2006/relationships/image" Target="../media/image8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Relationship Id="rId14" Type="http://schemas.openxmlformats.org/officeDocument/2006/relationships/image" Target="../media/image65.png"/><Relationship Id="rId22" Type="http://schemas.openxmlformats.org/officeDocument/2006/relationships/image" Target="../media/image73.png"/><Relationship Id="rId27" Type="http://schemas.openxmlformats.org/officeDocument/2006/relationships/image" Target="../media/image77.png"/><Relationship Id="rId30" Type="http://schemas.openxmlformats.org/officeDocument/2006/relationships/image" Target="../media/image80.png"/><Relationship Id="rId35" Type="http://schemas.openxmlformats.org/officeDocument/2006/relationships/image" Target="../media/image85.png"/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5" Type="http://schemas.openxmlformats.org/officeDocument/2006/relationships/image" Target="../media/image76.png"/><Relationship Id="rId33" Type="http://schemas.openxmlformats.org/officeDocument/2006/relationships/image" Target="../media/image83.png"/><Relationship Id="rId38" Type="http://schemas.openxmlformats.org/officeDocument/2006/relationships/image" Target="../media/image8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13" Type="http://schemas.openxmlformats.org/officeDocument/2006/relationships/image" Target="../media/image103.png"/><Relationship Id="rId18" Type="http://schemas.openxmlformats.org/officeDocument/2006/relationships/image" Target="../media/image24.png"/><Relationship Id="rId26" Type="http://schemas.openxmlformats.org/officeDocument/2006/relationships/image" Target="../media/image115.png"/><Relationship Id="rId3" Type="http://schemas.openxmlformats.org/officeDocument/2006/relationships/image" Target="../media/image93.png"/><Relationship Id="rId21" Type="http://schemas.openxmlformats.org/officeDocument/2006/relationships/image" Target="../media/image110.png"/><Relationship Id="rId7" Type="http://schemas.openxmlformats.org/officeDocument/2006/relationships/image" Target="../media/image97.png"/><Relationship Id="rId12" Type="http://schemas.openxmlformats.org/officeDocument/2006/relationships/image" Target="../media/image102.png"/><Relationship Id="rId17" Type="http://schemas.openxmlformats.org/officeDocument/2006/relationships/image" Target="../media/image107.png"/><Relationship Id="rId25" Type="http://schemas.openxmlformats.org/officeDocument/2006/relationships/image" Target="../media/image114.png"/><Relationship Id="rId2" Type="http://schemas.openxmlformats.org/officeDocument/2006/relationships/image" Target="../media/image92.png"/><Relationship Id="rId16" Type="http://schemas.openxmlformats.org/officeDocument/2006/relationships/image" Target="../media/image106.png"/><Relationship Id="rId20" Type="http://schemas.openxmlformats.org/officeDocument/2006/relationships/image" Target="../media/image10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11" Type="http://schemas.openxmlformats.org/officeDocument/2006/relationships/image" Target="../media/image101.png"/><Relationship Id="rId24" Type="http://schemas.openxmlformats.org/officeDocument/2006/relationships/image" Target="../media/image113.png"/><Relationship Id="rId5" Type="http://schemas.openxmlformats.org/officeDocument/2006/relationships/image" Target="../media/image95.png"/><Relationship Id="rId15" Type="http://schemas.openxmlformats.org/officeDocument/2006/relationships/image" Target="../media/image105.png"/><Relationship Id="rId23" Type="http://schemas.openxmlformats.org/officeDocument/2006/relationships/image" Target="../media/image112.png"/><Relationship Id="rId10" Type="http://schemas.openxmlformats.org/officeDocument/2006/relationships/image" Target="../media/image100.png"/><Relationship Id="rId19" Type="http://schemas.openxmlformats.org/officeDocument/2006/relationships/image" Target="../media/image108.png"/><Relationship Id="rId4" Type="http://schemas.openxmlformats.org/officeDocument/2006/relationships/image" Target="../media/image94.png"/><Relationship Id="rId9" Type="http://schemas.openxmlformats.org/officeDocument/2006/relationships/image" Target="../media/image99.png"/><Relationship Id="rId14" Type="http://schemas.openxmlformats.org/officeDocument/2006/relationships/image" Target="../media/image104.png"/><Relationship Id="rId22" Type="http://schemas.openxmlformats.org/officeDocument/2006/relationships/image" Target="../media/image111.png"/><Relationship Id="rId27" Type="http://schemas.openxmlformats.org/officeDocument/2006/relationships/image" Target="../media/image1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png"/><Relationship Id="rId18" Type="http://schemas.openxmlformats.org/officeDocument/2006/relationships/image" Target="../media/image24.png"/><Relationship Id="rId26" Type="http://schemas.openxmlformats.org/officeDocument/2006/relationships/image" Target="../media/image140.png"/><Relationship Id="rId3" Type="http://schemas.openxmlformats.org/officeDocument/2006/relationships/image" Target="../media/image118.png"/><Relationship Id="rId21" Type="http://schemas.openxmlformats.org/officeDocument/2006/relationships/image" Target="../media/image135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5" Type="http://schemas.openxmlformats.org/officeDocument/2006/relationships/image" Target="../media/image139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20" Type="http://schemas.openxmlformats.org/officeDocument/2006/relationships/image" Target="../media/image134.png"/><Relationship Id="rId29" Type="http://schemas.openxmlformats.org/officeDocument/2006/relationships/image" Target="../media/image1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24" Type="http://schemas.openxmlformats.org/officeDocument/2006/relationships/image" Target="../media/image138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23" Type="http://schemas.openxmlformats.org/officeDocument/2006/relationships/image" Target="../media/image137.png"/><Relationship Id="rId28" Type="http://schemas.openxmlformats.org/officeDocument/2006/relationships/image" Target="../media/image142.png"/><Relationship Id="rId10" Type="http://schemas.openxmlformats.org/officeDocument/2006/relationships/image" Target="../media/image125.png"/><Relationship Id="rId19" Type="http://schemas.openxmlformats.org/officeDocument/2006/relationships/image" Target="../media/image133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Relationship Id="rId22" Type="http://schemas.openxmlformats.org/officeDocument/2006/relationships/image" Target="../media/image136.png"/><Relationship Id="rId27" Type="http://schemas.openxmlformats.org/officeDocument/2006/relationships/image" Target="../media/image14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81B1EC2B-9A33-98FE-29A5-D8AB84CB1A71}"/>
              </a:ext>
            </a:extLst>
          </p:cNvPr>
          <p:cNvSpPr/>
          <p:nvPr/>
        </p:nvSpPr>
        <p:spPr>
          <a:xfrm>
            <a:off x="6814306" y="2900310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D69F0F2-29EA-DC87-457D-D17B712212C1}"/>
              </a:ext>
            </a:extLst>
          </p:cNvPr>
          <p:cNvSpPr/>
          <p:nvPr/>
        </p:nvSpPr>
        <p:spPr>
          <a:xfrm>
            <a:off x="6301334" y="3395261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6E38D3CA-4F2B-074C-CC8C-BB29FA3284E9}"/>
                  </a:ext>
                </a:extLst>
              </p:cNvPr>
              <p:cNvSpPr/>
              <p:nvPr/>
            </p:nvSpPr>
            <p:spPr>
              <a:xfrm>
                <a:off x="7670326" y="3197603"/>
                <a:ext cx="666750" cy="495200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q</m:t>
                        </m:r>
                      </m:sub>
                    </m:sSub>
                    <m:r>
                      <a:rPr lang="en-CA" sz="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6E38D3CA-4F2B-074C-CC8C-BB29FA3284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326" y="3197603"/>
                <a:ext cx="666750" cy="4952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251C0D3C-0074-0CD8-CCC4-45001C732174}"/>
              </a:ext>
            </a:extLst>
          </p:cNvPr>
          <p:cNvGrpSpPr/>
          <p:nvPr/>
        </p:nvGrpSpPr>
        <p:grpSpPr>
          <a:xfrm>
            <a:off x="8597161" y="3748626"/>
            <a:ext cx="2000250" cy="668748"/>
            <a:chOff x="12807156" y="7676528"/>
            <a:chExt cx="6000750" cy="20062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: Rounded Corners 10">
                  <a:extLst>
                    <a:ext uri="{FF2B5EF4-FFF2-40B4-BE49-F238E27FC236}">
                      <a16:creationId xmlns:a16="http://schemas.microsoft.com/office/drawing/2014/main" id="{E75A34E2-2C5D-92F5-EB46-6D97F26963E5}"/>
                    </a:ext>
                  </a:extLst>
                </p:cNvPr>
                <p:cNvSpPr/>
                <p:nvPr/>
              </p:nvSpPr>
              <p:spPr>
                <a:xfrm>
                  <a:off x="12807156" y="7779359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(Decoupling)</a:t>
                  </a:r>
                </a:p>
              </p:txBody>
            </p:sp>
          </mc:Choice>
          <mc:Fallback xmlns="">
            <p:sp>
              <p:nvSpPr>
                <p:cNvPr id="11" name="Rectangle: Rounded Corners 10">
                  <a:extLst>
                    <a:ext uri="{FF2B5EF4-FFF2-40B4-BE49-F238E27FC236}">
                      <a16:creationId xmlns:a16="http://schemas.microsoft.com/office/drawing/2014/main" id="{E75A34E2-2C5D-92F5-EB46-6D97F26963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7156" y="7779359"/>
                  <a:ext cx="2000250" cy="60007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C4CCE40E-E5B8-9C23-DCFE-E284245926EA}"/>
                    </a:ext>
                  </a:extLst>
                </p:cNvPr>
                <p:cNvSpPr/>
                <p:nvPr/>
              </p:nvSpPr>
              <p:spPr>
                <a:xfrm>
                  <a:off x="14807406" y="9082697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(Back EMF Feedforward)</a:t>
                  </a:r>
                </a:p>
              </p:txBody>
            </p:sp>
          </mc:Choice>
          <mc:Fallback xmlns=""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C4CCE40E-E5B8-9C23-DCFE-E284245926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07406" y="9082697"/>
                  <a:ext cx="2000250" cy="600075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: Rounded Corners 13">
                  <a:extLst>
                    <a:ext uri="{FF2B5EF4-FFF2-40B4-BE49-F238E27FC236}">
                      <a16:creationId xmlns:a16="http://schemas.microsoft.com/office/drawing/2014/main" id="{443BAD40-5E01-A261-0428-2661160579F4}"/>
                    </a:ext>
                  </a:extLst>
                </p:cNvPr>
                <p:cNvSpPr/>
                <p:nvPr/>
              </p:nvSpPr>
              <p:spPr>
                <a:xfrm>
                  <a:off x="16807656" y="7779359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𝑓𝑓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q</m:t>
                            </m:r>
                          </m:sup>
                        </m:sSubSup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(Feedforward)</a:t>
                  </a:r>
                </a:p>
              </p:txBody>
            </p:sp>
          </mc:Choice>
          <mc:Fallback xmlns="">
            <p:sp>
              <p:nvSpPr>
                <p:cNvPr id="14" name="Rectangle: Rounded Corners 13">
                  <a:extLst>
                    <a:ext uri="{FF2B5EF4-FFF2-40B4-BE49-F238E27FC236}">
                      <a16:creationId xmlns:a16="http://schemas.microsoft.com/office/drawing/2014/main" id="{443BAD40-5E01-A261-0428-2661160579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07656" y="7779359"/>
                  <a:ext cx="2000250" cy="600075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2B3EE60-B805-5F8F-D426-575D8CD645C4}"/>
                </a:ext>
              </a:extLst>
            </p:cNvPr>
            <p:cNvSpPr/>
            <p:nvPr/>
          </p:nvSpPr>
          <p:spPr>
            <a:xfrm>
              <a:off x="15664656" y="7936521"/>
              <a:ext cx="285750" cy="28575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12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CB77834-7002-69B6-FA65-3C295452A355}"/>
                </a:ext>
              </a:extLst>
            </p:cNvPr>
            <p:cNvCxnSpPr>
              <a:stCxn id="11" idx="3"/>
              <a:endCxn id="22" idx="2"/>
            </p:cNvCxnSpPr>
            <p:nvPr/>
          </p:nvCxnSpPr>
          <p:spPr>
            <a:xfrm flipV="1">
              <a:off x="14807406" y="8079396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51B5F8C-B5F7-3B95-9E59-AD94428C0BB2}"/>
                </a:ext>
              </a:extLst>
            </p:cNvPr>
            <p:cNvCxnSpPr>
              <a:stCxn id="14" idx="1"/>
              <a:endCxn id="22" idx="6"/>
            </p:cNvCxnSpPr>
            <p:nvPr/>
          </p:nvCxnSpPr>
          <p:spPr>
            <a:xfrm flipH="1" flipV="1">
              <a:off x="15950406" y="8079396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B7765DD-84D2-DDA6-2235-FEF8181B9AB7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5378906" y="8654071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2100E7-3E80-050D-C9FF-C2D32132132B}"/>
                </a:ext>
              </a:extLst>
            </p:cNvPr>
            <p:cNvSpPr txBox="1"/>
            <p:nvPr/>
          </p:nvSpPr>
          <p:spPr>
            <a:xfrm>
              <a:off x="15255462" y="7676528"/>
              <a:ext cx="717504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5059A89-8575-966A-D743-49D2A33FBE39}"/>
                </a:ext>
              </a:extLst>
            </p:cNvPr>
            <p:cNvSpPr txBox="1"/>
            <p:nvPr/>
          </p:nvSpPr>
          <p:spPr>
            <a:xfrm>
              <a:off x="15726681" y="8058599"/>
              <a:ext cx="717504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386C0DC-BE5D-E1A6-8CF5-6234E8BE8454}"/>
                </a:ext>
              </a:extLst>
            </p:cNvPr>
            <p:cNvSpPr txBox="1"/>
            <p:nvPr/>
          </p:nvSpPr>
          <p:spPr>
            <a:xfrm>
              <a:off x="15286581" y="8047238"/>
              <a:ext cx="717504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BA5731D-771A-E3E5-2C06-D21B20E31BA0}"/>
              </a:ext>
            </a:extLst>
          </p:cNvPr>
          <p:cNvGrpSpPr/>
          <p:nvPr/>
        </p:nvGrpSpPr>
        <p:grpSpPr>
          <a:xfrm>
            <a:off x="8597161" y="2288662"/>
            <a:ext cx="2000250" cy="437472"/>
            <a:chOff x="12705556" y="5081073"/>
            <a:chExt cx="6000750" cy="13124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: Rounded Corners 8">
                  <a:extLst>
                    <a:ext uri="{FF2B5EF4-FFF2-40B4-BE49-F238E27FC236}">
                      <a16:creationId xmlns:a16="http://schemas.microsoft.com/office/drawing/2014/main" id="{7499313A-83FA-DB2B-2BE4-85656AB27746}"/>
                    </a:ext>
                  </a:extLst>
                </p:cNvPr>
                <p:cNvSpPr/>
                <p:nvPr/>
              </p:nvSpPr>
              <p:spPr>
                <a:xfrm>
                  <a:off x="12705556" y="5442744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(Decoupling)</a:t>
                  </a:r>
                </a:p>
              </p:txBody>
            </p:sp>
          </mc:Choice>
          <mc:Fallback xmlns="">
            <p:sp>
              <p:nvSpPr>
                <p:cNvPr id="9" name="Rectangle: Rounded Corners 8">
                  <a:extLst>
                    <a:ext uri="{FF2B5EF4-FFF2-40B4-BE49-F238E27FC236}">
                      <a16:creationId xmlns:a16="http://schemas.microsoft.com/office/drawing/2014/main" id="{7499313A-83FA-DB2B-2BE4-85656AB2774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05556" y="5442744"/>
                  <a:ext cx="2000250" cy="600075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: Rounded Corners 9">
                  <a:extLst>
                    <a:ext uri="{FF2B5EF4-FFF2-40B4-BE49-F238E27FC236}">
                      <a16:creationId xmlns:a16="http://schemas.microsoft.com/office/drawing/2014/main" id="{855B68CF-04F8-2E56-4903-83893ED2AA45}"/>
                    </a:ext>
                  </a:extLst>
                </p:cNvPr>
                <p:cNvSpPr/>
                <p:nvPr/>
              </p:nvSpPr>
              <p:spPr>
                <a:xfrm>
                  <a:off x="16706056" y="5442744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𝑓𝑓</m:t>
                            </m:r>
                          </m:sub>
                          <m:sup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𝑑</m:t>
                            </m:r>
                          </m:sup>
                        </m:sSubSup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(Feedforward)</a:t>
                  </a:r>
                </a:p>
              </p:txBody>
            </p:sp>
          </mc:Choice>
          <mc:Fallback xmlns="">
            <p:sp>
              <p:nvSpPr>
                <p:cNvPr id="10" name="Rectangle: Rounded Corners 9">
                  <a:extLst>
                    <a:ext uri="{FF2B5EF4-FFF2-40B4-BE49-F238E27FC236}">
                      <a16:creationId xmlns:a16="http://schemas.microsoft.com/office/drawing/2014/main" id="{855B68CF-04F8-2E56-4903-83893ED2AA4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06056" y="5442744"/>
                  <a:ext cx="2000250" cy="600075"/>
                </a:xfrm>
                <a:prstGeom prst="round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16E8DD6-2304-ACA4-F41F-D7472CCF9F3F}"/>
                </a:ext>
              </a:extLst>
            </p:cNvPr>
            <p:cNvSpPr/>
            <p:nvPr/>
          </p:nvSpPr>
          <p:spPr>
            <a:xfrm>
              <a:off x="15563056" y="5599906"/>
              <a:ext cx="285750" cy="28575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12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06468CE-0A8F-9FC2-FCAA-30BEFB722B38}"/>
                </a:ext>
              </a:extLst>
            </p:cNvPr>
            <p:cNvCxnSpPr>
              <a:stCxn id="9" idx="3"/>
              <a:endCxn id="15" idx="2"/>
            </p:cNvCxnSpPr>
            <p:nvPr/>
          </p:nvCxnSpPr>
          <p:spPr>
            <a:xfrm flipV="1">
              <a:off x="14705806" y="5742781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05BD82F-86CE-0393-5B5E-0B1C1C87763D}"/>
                </a:ext>
              </a:extLst>
            </p:cNvPr>
            <p:cNvCxnSpPr>
              <a:stCxn id="10" idx="1"/>
              <a:endCxn id="15" idx="6"/>
            </p:cNvCxnSpPr>
            <p:nvPr/>
          </p:nvCxnSpPr>
          <p:spPr>
            <a:xfrm flipH="1" flipV="1">
              <a:off x="15848806" y="5742781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AB35D2B-BAB3-643A-FB75-CB06F3316D76}"/>
                </a:ext>
              </a:extLst>
            </p:cNvPr>
            <p:cNvSpPr txBox="1"/>
            <p:nvPr/>
          </p:nvSpPr>
          <p:spPr>
            <a:xfrm>
              <a:off x="15012469" y="5081073"/>
              <a:ext cx="69346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_</a:t>
              </a:r>
              <a:endParaRPr lang="en-CA" sz="12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DF4FAE0-F0D6-F5CE-BDBE-5B08162D619F}"/>
                </a:ext>
              </a:extLst>
            </p:cNvPr>
            <p:cNvSpPr txBox="1"/>
            <p:nvPr/>
          </p:nvSpPr>
          <p:spPr>
            <a:xfrm>
              <a:off x="15839140" y="5747156"/>
              <a:ext cx="71750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40FFD7F4-7962-FD3B-3777-3CEC889EBCED}"/>
                  </a:ext>
                </a:extLst>
              </p:cNvPr>
              <p:cNvSpPr/>
              <p:nvPr/>
            </p:nvSpPr>
            <p:spPr>
              <a:xfrm>
                <a:off x="7670326" y="2700338"/>
                <a:ext cx="666750" cy="495200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𝒅</m:t>
                        </m:r>
                      </m:sub>
                    </m:sSub>
                    <m:r>
                      <a:rPr lang="en-CA" sz="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40FFD7F4-7962-FD3B-3777-3CEC889EBC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326" y="2700338"/>
                <a:ext cx="666750" cy="49520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E08F68F7-5D7A-FCCC-78C5-301A641491AF}"/>
              </a:ext>
            </a:extLst>
          </p:cNvPr>
          <p:cNvCxnSpPr>
            <a:cxnSpLocks/>
            <a:stCxn id="5" idx="6"/>
            <a:endCxn id="37" idx="1"/>
          </p:cNvCxnSpPr>
          <p:nvPr/>
        </p:nvCxnSpPr>
        <p:spPr>
          <a:xfrm>
            <a:off x="6909556" y="2947935"/>
            <a:ext cx="760770" cy="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6BE2F4C-E009-A9C7-3BF3-B9C1AD40E63A}"/>
              </a:ext>
            </a:extLst>
          </p:cNvPr>
          <p:cNvCxnSpPr>
            <a:cxnSpLocks/>
            <a:stCxn id="7" idx="6"/>
            <a:endCxn id="8" idx="1"/>
          </p:cNvCxnSpPr>
          <p:nvPr/>
        </p:nvCxnSpPr>
        <p:spPr>
          <a:xfrm>
            <a:off x="6396584" y="3442886"/>
            <a:ext cx="1273742" cy="231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A84711CE-03CF-431D-90B5-F0D6A76B5243}"/>
              </a:ext>
            </a:extLst>
          </p:cNvPr>
          <p:cNvSpPr/>
          <p:nvPr/>
        </p:nvSpPr>
        <p:spPr>
          <a:xfrm>
            <a:off x="9552883" y="3396579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AEF28B0-0666-13F1-943C-75DC7EDA0DC8}"/>
              </a:ext>
            </a:extLst>
          </p:cNvPr>
          <p:cNvSpPr txBox="1"/>
          <p:nvPr/>
        </p:nvSpPr>
        <p:spPr>
          <a:xfrm>
            <a:off x="9413263" y="3301576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181757A-D4A9-1234-7B46-33105EC09528}"/>
              </a:ext>
            </a:extLst>
          </p:cNvPr>
          <p:cNvSpPr txBox="1"/>
          <p:nvPr/>
        </p:nvSpPr>
        <p:spPr>
          <a:xfrm>
            <a:off x="9550885" y="3453458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2D0C3F5-0A51-78A2-FEC1-FBA91F5F50AC}"/>
              </a:ext>
            </a:extLst>
          </p:cNvPr>
          <p:cNvCxnSpPr>
            <a:cxnSpLocks/>
            <a:stCxn id="8" idx="3"/>
            <a:endCxn id="62" idx="2"/>
          </p:cNvCxnSpPr>
          <p:nvPr/>
        </p:nvCxnSpPr>
        <p:spPr>
          <a:xfrm flipV="1">
            <a:off x="8337076" y="3444204"/>
            <a:ext cx="1215807" cy="999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DA87741A-1B11-56E8-479F-D4D637A1BE3E}"/>
              </a:ext>
            </a:extLst>
          </p:cNvPr>
          <p:cNvCxnSpPr>
            <a:stCxn id="22" idx="0"/>
            <a:endCxn id="62" idx="4"/>
          </p:cNvCxnSpPr>
          <p:nvPr/>
        </p:nvCxnSpPr>
        <p:spPr>
          <a:xfrm flipV="1">
            <a:off x="9597288" y="3491833"/>
            <a:ext cx="3222" cy="34345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>
            <a:extLst>
              <a:ext uri="{FF2B5EF4-FFF2-40B4-BE49-F238E27FC236}">
                <a16:creationId xmlns:a16="http://schemas.microsoft.com/office/drawing/2014/main" id="{2D98D178-E890-CEC4-F1B8-0A293090B907}"/>
              </a:ext>
            </a:extLst>
          </p:cNvPr>
          <p:cNvSpPr/>
          <p:nvPr/>
        </p:nvSpPr>
        <p:spPr>
          <a:xfrm>
            <a:off x="9549661" y="2900897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7620C99-968C-A9DD-4E51-E5D0AB43B6CB}"/>
              </a:ext>
            </a:extLst>
          </p:cNvPr>
          <p:cNvGrpSpPr/>
          <p:nvPr/>
        </p:nvGrpSpPr>
        <p:grpSpPr>
          <a:xfrm rot="5400000">
            <a:off x="9448728" y="2715851"/>
            <a:ext cx="277144" cy="347707"/>
            <a:chOff x="16333494" y="5180487"/>
            <a:chExt cx="831431" cy="1043121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4F10A811-C916-C1B7-8F86-E8C58CA42954}"/>
                </a:ext>
              </a:extLst>
            </p:cNvPr>
            <p:cNvSpPr txBox="1"/>
            <p:nvPr/>
          </p:nvSpPr>
          <p:spPr>
            <a:xfrm>
              <a:off x="16333494" y="5180487"/>
              <a:ext cx="717505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FD102BA-6CE4-F21A-FDEB-6F498DFB0B40}"/>
                </a:ext>
              </a:extLst>
            </p:cNvPr>
            <p:cNvSpPr txBox="1"/>
            <p:nvPr/>
          </p:nvSpPr>
          <p:spPr>
            <a:xfrm>
              <a:off x="16466658" y="5623443"/>
              <a:ext cx="698267" cy="600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dirty="0"/>
                <a:t>+</a:t>
              </a:r>
              <a:endParaRPr lang="en-CA" sz="1100" dirty="0"/>
            </a:p>
          </p:txBody>
        </p:sp>
      </p:grp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3FCCD247-E641-CE21-4D09-50B717AA506F}"/>
              </a:ext>
            </a:extLst>
          </p:cNvPr>
          <p:cNvCxnSpPr>
            <a:cxnSpLocks/>
            <a:stCxn id="37" idx="3"/>
            <a:endCxn id="76" idx="2"/>
          </p:cNvCxnSpPr>
          <p:nvPr/>
        </p:nvCxnSpPr>
        <p:spPr>
          <a:xfrm>
            <a:off x="8337076" y="2947938"/>
            <a:ext cx="1212585" cy="584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2C2BCE3-AD1E-E9F9-8299-FDEEAA6DDE4B}"/>
              </a:ext>
            </a:extLst>
          </p:cNvPr>
          <p:cNvCxnSpPr>
            <a:stCxn id="15" idx="4"/>
            <a:endCxn id="76" idx="0"/>
          </p:cNvCxnSpPr>
          <p:nvPr/>
        </p:nvCxnSpPr>
        <p:spPr>
          <a:xfrm>
            <a:off x="9597286" y="2556861"/>
            <a:ext cx="0" cy="344039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C4FB42C-ED7B-A13E-6818-91AF4EC4425E}"/>
                  </a:ext>
                </a:extLst>
              </p:cNvPr>
              <p:cNvSpPr txBox="1"/>
              <p:nvPr/>
            </p:nvSpPr>
            <p:spPr>
              <a:xfrm>
                <a:off x="7046524" y="274105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C4FB42C-ED7B-A13E-6818-91AF4EC44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524" y="2741053"/>
                <a:ext cx="304800" cy="2000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AA558997-D675-E1D5-6F4F-AB03FA3A08CA}"/>
                  </a:ext>
                </a:extLst>
              </p:cNvPr>
              <p:cNvSpPr txBox="1"/>
              <p:nvPr/>
            </p:nvSpPr>
            <p:spPr>
              <a:xfrm>
                <a:off x="7046524" y="3229713"/>
                <a:ext cx="304800" cy="209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7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AA558997-D675-E1D5-6F4F-AB03FA3A0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524" y="3229713"/>
                <a:ext cx="304800" cy="20960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FA5CBC7A-115F-A234-6875-7399E9941E09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830720" y="2947935"/>
            <a:ext cx="983589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2ED4FA1-EBBA-1351-16FD-DB796BC45792}"/>
                  </a:ext>
                </a:extLst>
              </p:cNvPr>
              <p:cNvSpPr txBox="1"/>
              <p:nvPr/>
            </p:nvSpPr>
            <p:spPr>
              <a:xfrm>
                <a:off x="5920060" y="274415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2ED4FA1-EBBA-1351-16FD-DB796BC457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060" y="2744156"/>
                <a:ext cx="304800" cy="2000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2B456B9-5CA5-79AD-5C57-40CD2DC13639}"/>
                  </a:ext>
                </a:extLst>
              </p:cNvPr>
              <p:cNvSpPr txBox="1"/>
              <p:nvPr/>
            </p:nvSpPr>
            <p:spPr>
              <a:xfrm>
                <a:off x="5920060" y="3233631"/>
                <a:ext cx="304800" cy="209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7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2B456B9-5CA5-79AD-5C57-40CD2DC13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060" y="3233631"/>
                <a:ext cx="304800" cy="20960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96DBF0A5-B17E-1D6F-F05C-5DC7FA824471}"/>
              </a:ext>
            </a:extLst>
          </p:cNvPr>
          <p:cNvCxnSpPr>
            <a:cxnSpLocks/>
          </p:cNvCxnSpPr>
          <p:nvPr/>
        </p:nvCxnSpPr>
        <p:spPr>
          <a:xfrm flipH="1" flipV="1">
            <a:off x="5830720" y="3440742"/>
            <a:ext cx="466325" cy="2551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BE276FAD-A782-E56D-7AC5-CCA5233A7EAC}"/>
              </a:ext>
            </a:extLst>
          </p:cNvPr>
          <p:cNvSpPr txBox="1"/>
          <p:nvPr/>
        </p:nvSpPr>
        <p:spPr>
          <a:xfrm>
            <a:off x="6670429" y="2789442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BE19CC2-2D1C-9846-8F7F-ABD6FEE7D5BF}"/>
              </a:ext>
            </a:extLst>
          </p:cNvPr>
          <p:cNvSpPr txBox="1"/>
          <p:nvPr/>
        </p:nvSpPr>
        <p:spPr>
          <a:xfrm>
            <a:off x="6151928" y="3252870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D337B50A-BDB0-ED78-78EE-47FEF43C996C}"/>
                  </a:ext>
                </a:extLst>
              </p:cNvPr>
              <p:cNvSpPr txBox="1"/>
              <p:nvPr/>
            </p:nvSpPr>
            <p:spPr>
              <a:xfrm>
                <a:off x="8426186" y="2737878"/>
                <a:ext cx="304800" cy="204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𝑃𝐼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D337B50A-BDB0-ED78-78EE-47FEF43C9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6186" y="2737878"/>
                <a:ext cx="304800" cy="2048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D2CEEDC-95B7-6274-5D38-8F7647E5AD1E}"/>
                  </a:ext>
                </a:extLst>
              </p:cNvPr>
              <p:cNvSpPr txBox="1"/>
              <p:nvPr/>
            </p:nvSpPr>
            <p:spPr>
              <a:xfrm>
                <a:off x="8426186" y="3229712"/>
                <a:ext cx="304800" cy="2083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𝑃𝐼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D2CEEDC-95B7-6274-5D38-8F7647E5AD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6186" y="3229712"/>
                <a:ext cx="304800" cy="20832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Rectangle: Rounded Corners 100">
                <a:extLst>
                  <a:ext uri="{FF2B5EF4-FFF2-40B4-BE49-F238E27FC236}">
                    <a16:creationId xmlns:a16="http://schemas.microsoft.com/office/drawing/2014/main" id="{17890BEC-5B2A-7CE9-DF06-C9F7800A6441}"/>
                  </a:ext>
                </a:extLst>
              </p:cNvPr>
              <p:cNvSpPr/>
              <p:nvPr/>
            </p:nvSpPr>
            <p:spPr>
              <a:xfrm>
                <a:off x="10863943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Park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→ 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533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533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1" name="Rectangle: Rounded Corners 100">
                <a:extLst>
                  <a:ext uri="{FF2B5EF4-FFF2-40B4-BE49-F238E27FC236}">
                    <a16:creationId xmlns:a16="http://schemas.microsoft.com/office/drawing/2014/main" id="{17890BEC-5B2A-7CE9-DF06-C9F7800A64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3943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16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Rectangle: Rounded Corners 105">
                <a:extLst>
                  <a:ext uri="{FF2B5EF4-FFF2-40B4-BE49-F238E27FC236}">
                    <a16:creationId xmlns:a16="http://schemas.microsoft.com/office/drawing/2014/main" id="{57981C01-D5E1-FF4D-0BBC-FE8829885F16}"/>
                  </a:ext>
                </a:extLst>
              </p:cNvPr>
              <p:cNvSpPr/>
              <p:nvPr/>
            </p:nvSpPr>
            <p:spPr>
              <a:xfrm>
                <a:off x="10977360" y="3950589"/>
                <a:ext cx="488779" cy="23997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06" name="Rectangle: Rounded Corners 105">
                <a:extLst>
                  <a:ext uri="{FF2B5EF4-FFF2-40B4-BE49-F238E27FC236}">
                    <a16:creationId xmlns:a16="http://schemas.microsoft.com/office/drawing/2014/main" id="{57981C01-D5E1-FF4D-0BBC-FE8829885F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7360" y="3950589"/>
                <a:ext cx="488779" cy="239970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F38779F-E65A-8A52-73BE-7515A7163088}"/>
              </a:ext>
            </a:extLst>
          </p:cNvPr>
          <p:cNvCxnSpPr>
            <a:stCxn id="106" idx="0"/>
            <a:endCxn id="101" idx="2"/>
          </p:cNvCxnSpPr>
          <p:nvPr/>
        </p:nvCxnSpPr>
        <p:spPr>
          <a:xfrm flipV="1">
            <a:off x="11221747" y="3628861"/>
            <a:ext cx="0" cy="32173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65AC5ADB-737D-61AB-BF25-3C829FC73927}"/>
                  </a:ext>
                </a:extLst>
              </p:cNvPr>
              <p:cNvSpPr txBox="1"/>
              <p:nvPr/>
            </p:nvSpPr>
            <p:spPr>
              <a:xfrm>
                <a:off x="9744460" y="274232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65AC5ADB-737D-61AB-BF25-3C829FC73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4460" y="2742326"/>
                <a:ext cx="304800" cy="2000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6D58B9F-42F1-9BCC-941A-095CED9C9845}"/>
                  </a:ext>
                </a:extLst>
              </p:cNvPr>
              <p:cNvSpPr txBox="1"/>
              <p:nvPr/>
            </p:nvSpPr>
            <p:spPr>
              <a:xfrm>
                <a:off x="9744460" y="3230985"/>
                <a:ext cx="304800" cy="2083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6D58B9F-42F1-9BCC-941A-095CED9C9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4460" y="3230985"/>
                <a:ext cx="304800" cy="20832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D94D242-4F75-4624-C3F0-532664FCEC6B}"/>
                  </a:ext>
                </a:extLst>
              </p:cNvPr>
              <p:cNvSpPr/>
              <p:nvPr/>
            </p:nvSpPr>
            <p:spPr>
              <a:xfrm>
                <a:off x="11976180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Clarke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 →</a:t>
                </a:r>
                <a:r>
                  <a:rPr lang="en-CA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467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467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D94D242-4F75-4624-C3F0-532664FCEC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6180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20"/>
                <a:stretch>
                  <a:fillRect r="-7500" b="-18750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AC7D5A65-68E4-8A21-771D-547F64C8FB00}"/>
              </a:ext>
            </a:extLst>
          </p:cNvPr>
          <p:cNvCxnSpPr>
            <a:stCxn id="76" idx="6"/>
          </p:cNvCxnSpPr>
          <p:nvPr/>
        </p:nvCxnSpPr>
        <p:spPr>
          <a:xfrm>
            <a:off x="9644914" y="2948522"/>
            <a:ext cx="1219029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97F927D1-A624-DC08-16EF-45FF808110D1}"/>
              </a:ext>
            </a:extLst>
          </p:cNvPr>
          <p:cNvCxnSpPr>
            <a:stCxn id="62" idx="6"/>
          </p:cNvCxnSpPr>
          <p:nvPr/>
        </p:nvCxnSpPr>
        <p:spPr>
          <a:xfrm>
            <a:off x="9648137" y="3444204"/>
            <a:ext cx="1215807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2187668D-54A8-FFBA-1326-B9B11341D5F5}"/>
              </a:ext>
            </a:extLst>
          </p:cNvPr>
          <p:cNvCxnSpPr>
            <a:cxnSpLocks/>
          </p:cNvCxnSpPr>
          <p:nvPr/>
        </p:nvCxnSpPr>
        <p:spPr>
          <a:xfrm>
            <a:off x="11579556" y="2949098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591353C-9B11-A147-3A77-1E09A0B34377}"/>
              </a:ext>
            </a:extLst>
          </p:cNvPr>
          <p:cNvCxnSpPr>
            <a:cxnSpLocks/>
          </p:cNvCxnSpPr>
          <p:nvPr/>
        </p:nvCxnSpPr>
        <p:spPr>
          <a:xfrm>
            <a:off x="11579553" y="3459617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3EDB41-36AA-14EA-AE93-71897304EEC6}"/>
                  </a:ext>
                </a:extLst>
              </p:cNvPr>
              <p:cNvSpPr txBox="1"/>
              <p:nvPr/>
            </p:nvSpPr>
            <p:spPr>
              <a:xfrm>
                <a:off x="11625467" y="2749015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7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3EDB41-36AA-14EA-AE93-71897304EE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2749015"/>
                <a:ext cx="304800" cy="20005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B572E79-4EE9-46D1-02D8-685722E7F280}"/>
                  </a:ext>
                </a:extLst>
              </p:cNvPr>
              <p:cNvSpPr txBox="1"/>
              <p:nvPr/>
            </p:nvSpPr>
            <p:spPr>
              <a:xfrm>
                <a:off x="11625467" y="3249948"/>
                <a:ext cx="304800" cy="2140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B572E79-4EE9-46D1-02D8-685722E7F2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3249948"/>
                <a:ext cx="304800" cy="214033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B58B85B-046F-5281-9410-639D7482345B}"/>
              </a:ext>
            </a:extLst>
          </p:cNvPr>
          <p:cNvSpPr/>
          <p:nvPr/>
        </p:nvSpPr>
        <p:spPr>
          <a:xfrm>
            <a:off x="13088418" y="2764639"/>
            <a:ext cx="715613" cy="864223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(Space Vector Modulation)</a:t>
            </a: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CA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12E1978-9AB6-D8B3-0901-ED47183B9740}"/>
              </a:ext>
            </a:extLst>
          </p:cNvPr>
          <p:cNvCxnSpPr>
            <a:cxnSpLocks/>
          </p:cNvCxnSpPr>
          <p:nvPr/>
        </p:nvCxnSpPr>
        <p:spPr>
          <a:xfrm>
            <a:off x="12691793" y="294729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5597DAB-8EF2-6304-35EA-631840887BA1}"/>
              </a:ext>
            </a:extLst>
          </p:cNvPr>
          <p:cNvCxnSpPr>
            <a:cxnSpLocks/>
          </p:cNvCxnSpPr>
          <p:nvPr/>
        </p:nvCxnSpPr>
        <p:spPr>
          <a:xfrm>
            <a:off x="12691791" y="3461908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BAC8F77-8C57-7FA8-F018-E3C939469C09}"/>
              </a:ext>
            </a:extLst>
          </p:cNvPr>
          <p:cNvCxnSpPr>
            <a:cxnSpLocks/>
            <a:stCxn id="114" idx="3"/>
            <a:endCxn id="20" idx="1"/>
          </p:cNvCxnSpPr>
          <p:nvPr/>
        </p:nvCxnSpPr>
        <p:spPr>
          <a:xfrm>
            <a:off x="12691793" y="319674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AF246EB-88C1-DA45-89CD-0D8EC954B750}"/>
                  </a:ext>
                </a:extLst>
              </p:cNvPr>
              <p:cNvSpPr txBox="1"/>
              <p:nvPr/>
            </p:nvSpPr>
            <p:spPr>
              <a:xfrm>
                <a:off x="12737704" y="275318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CA" sz="700" i="0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AF246EB-88C1-DA45-89CD-0D8EC954B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7704" y="2753181"/>
                <a:ext cx="304800" cy="20005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9D8ECB8-4C37-9939-224C-2F916D7D4415}"/>
                  </a:ext>
                </a:extLst>
              </p:cNvPr>
              <p:cNvSpPr txBox="1"/>
              <p:nvPr/>
            </p:nvSpPr>
            <p:spPr>
              <a:xfrm>
                <a:off x="12737704" y="326620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9D8ECB8-4C37-9939-224C-2F916D7D44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7704" y="3266208"/>
                <a:ext cx="304800" cy="20005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3951CB6-8BB1-BF54-DCB9-AA31533CB284}"/>
                  </a:ext>
                </a:extLst>
              </p:cNvPr>
              <p:cNvSpPr txBox="1"/>
              <p:nvPr/>
            </p:nvSpPr>
            <p:spPr>
              <a:xfrm>
                <a:off x="12737704" y="3002322"/>
                <a:ext cx="304800" cy="2006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3951CB6-8BB1-BF54-DCB9-AA31533CB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7704" y="3002322"/>
                <a:ext cx="304800" cy="200696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1008A5F1-9DC8-6F2B-A1D4-1D0437E48EE2}"/>
              </a:ext>
            </a:extLst>
          </p:cNvPr>
          <p:cNvGrpSpPr/>
          <p:nvPr/>
        </p:nvGrpSpPr>
        <p:grpSpPr>
          <a:xfrm>
            <a:off x="14200657" y="2764639"/>
            <a:ext cx="715613" cy="864223"/>
            <a:chOff x="30365785" y="3178059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52" name="Rectangle: Rounded Corners 51">
              <a:extLst>
                <a:ext uri="{FF2B5EF4-FFF2-40B4-BE49-F238E27FC236}">
                  <a16:creationId xmlns:a16="http://schemas.microsoft.com/office/drawing/2014/main" id="{B7A088C6-7457-3804-7502-C075B4C19C56}"/>
                </a:ext>
              </a:extLst>
            </p:cNvPr>
            <p:cNvSpPr/>
            <p:nvPr/>
          </p:nvSpPr>
          <p:spPr>
            <a:xfrm>
              <a:off x="30365785" y="3178059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 Bridge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BBCCE05-394F-45FD-75EE-97E0E9A34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53772" y="4342124"/>
              <a:ext cx="1770866" cy="1180577"/>
            </a:xfrm>
            <a:prstGeom prst="rect">
              <a:avLst/>
            </a:prstGeom>
            <a:grpFill/>
            <a:ln>
              <a:noFill/>
            </a:ln>
          </p:spPr>
        </p:pic>
      </p:grp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F845978-4B1F-A8F1-F3E6-B1A91F881096}"/>
              </a:ext>
            </a:extLst>
          </p:cNvPr>
          <p:cNvCxnSpPr>
            <a:cxnSpLocks/>
          </p:cNvCxnSpPr>
          <p:nvPr/>
        </p:nvCxnSpPr>
        <p:spPr>
          <a:xfrm>
            <a:off x="13804032" y="294945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9A02C0C-9199-9D10-414A-278F87BDCFEF}"/>
              </a:ext>
            </a:extLst>
          </p:cNvPr>
          <p:cNvCxnSpPr>
            <a:cxnSpLocks/>
          </p:cNvCxnSpPr>
          <p:nvPr/>
        </p:nvCxnSpPr>
        <p:spPr>
          <a:xfrm>
            <a:off x="13804029" y="3464068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D609448-E8D5-3AFE-AFBA-F54A6A060F42}"/>
              </a:ext>
            </a:extLst>
          </p:cNvPr>
          <p:cNvCxnSpPr>
            <a:cxnSpLocks/>
          </p:cNvCxnSpPr>
          <p:nvPr/>
        </p:nvCxnSpPr>
        <p:spPr>
          <a:xfrm>
            <a:off x="13804032" y="319890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240F4F8-6E42-2EBC-F80B-32DF0FDB52AC}"/>
                  </a:ext>
                </a:extLst>
              </p:cNvPr>
              <p:cNvSpPr txBox="1"/>
              <p:nvPr/>
            </p:nvSpPr>
            <p:spPr>
              <a:xfrm>
                <a:off x="13849942" y="275534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240F4F8-6E42-2EBC-F80B-32DF0FDB5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2" y="2755341"/>
                <a:ext cx="304800" cy="200055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96795BA-2CBB-90A3-814B-79719B9BBC37}"/>
                  </a:ext>
                </a:extLst>
              </p:cNvPr>
              <p:cNvSpPr txBox="1"/>
              <p:nvPr/>
            </p:nvSpPr>
            <p:spPr>
              <a:xfrm>
                <a:off x="13849942" y="327135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96795BA-2CBB-90A3-814B-79719B9BBC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2" y="3271356"/>
                <a:ext cx="304800" cy="200055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8E0730E-08D7-48F1-0203-8F99765B6B47}"/>
                  </a:ext>
                </a:extLst>
              </p:cNvPr>
              <p:cNvSpPr txBox="1"/>
              <p:nvPr/>
            </p:nvSpPr>
            <p:spPr>
              <a:xfrm>
                <a:off x="13849942" y="3007470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8E0730E-08D7-48F1-0203-8F99765B6B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2" y="3007470"/>
                <a:ext cx="304800" cy="200055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Oval 63">
            <a:extLst>
              <a:ext uri="{FF2B5EF4-FFF2-40B4-BE49-F238E27FC236}">
                <a16:creationId xmlns:a16="http://schemas.microsoft.com/office/drawing/2014/main" id="{5AE4D647-12E4-63B8-8E23-4C628E3450ED}"/>
              </a:ext>
            </a:extLst>
          </p:cNvPr>
          <p:cNvSpPr/>
          <p:nvPr/>
        </p:nvSpPr>
        <p:spPr>
          <a:xfrm>
            <a:off x="15620782" y="2897307"/>
            <a:ext cx="600000" cy="60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CA4B63F9-D1EB-7D7D-ABC5-17F93A4E9D98}"/>
              </a:ext>
            </a:extLst>
          </p:cNvPr>
          <p:cNvCxnSpPr>
            <a:cxnSpLocks/>
            <a:stCxn id="52" idx="3"/>
            <a:endCxn id="64" idx="2"/>
          </p:cNvCxnSpPr>
          <p:nvPr/>
        </p:nvCxnSpPr>
        <p:spPr>
          <a:xfrm>
            <a:off x="14916268" y="3196747"/>
            <a:ext cx="704514" cy="56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0C5D629-2D38-D184-939E-7CB9A636A69D}"/>
              </a:ext>
            </a:extLst>
          </p:cNvPr>
          <p:cNvCxnSpPr>
            <a:cxnSpLocks/>
            <a:endCxn id="64" idx="1"/>
          </p:cNvCxnSpPr>
          <p:nvPr/>
        </p:nvCxnSpPr>
        <p:spPr>
          <a:xfrm>
            <a:off x="14916268" y="2985175"/>
            <a:ext cx="792382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1F08B01C-010F-F850-9850-B0CC78BAB335}"/>
              </a:ext>
            </a:extLst>
          </p:cNvPr>
          <p:cNvCxnSpPr>
            <a:cxnSpLocks/>
            <a:endCxn id="64" idx="3"/>
          </p:cNvCxnSpPr>
          <p:nvPr/>
        </p:nvCxnSpPr>
        <p:spPr>
          <a:xfrm>
            <a:off x="14916268" y="3409439"/>
            <a:ext cx="792382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52F726A7-D147-EB3E-1612-684D82854525}"/>
              </a:ext>
            </a:extLst>
          </p:cNvPr>
          <p:cNvSpPr/>
          <p:nvPr/>
        </p:nvSpPr>
        <p:spPr>
          <a:xfrm>
            <a:off x="15676394" y="3516323"/>
            <a:ext cx="488779" cy="23997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en-CA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</a:endParaRPr>
          </a:p>
          <a:p>
            <a:pPr algn="ctr"/>
            <a:r>
              <a:rPr lang="en-CA" sz="40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4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F163EAB9-1502-B308-2493-B3DFEFAD4FEF}"/>
                  </a:ext>
                </a:extLst>
              </p:cNvPr>
              <p:cNvSpPr/>
              <p:nvPr/>
            </p:nvSpPr>
            <p:spPr>
              <a:xfrm>
                <a:off x="15676394" y="3904015"/>
                <a:ext cx="488779" cy="23997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 xmlns=""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F163EAB9-1502-B308-2493-B3DFEFAD4F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76394" y="3904015"/>
                <a:ext cx="488779" cy="239970"/>
              </a:xfrm>
              <a:prstGeom prst="roundRect">
                <a:avLst/>
              </a:prstGeom>
              <a:blipFill>
                <a:blip r:embed="rId30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3F2C8F11-D853-3956-F92D-1F2A332B8AD8}"/>
                  </a:ext>
                </a:extLst>
              </p:cNvPr>
              <p:cNvSpPr/>
              <p:nvPr/>
            </p:nvSpPr>
            <p:spPr>
              <a:xfrm>
                <a:off x="15273468" y="4291707"/>
                <a:ext cx="488779" cy="350400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CA" sz="4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en-US" sz="4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3F2C8F11-D853-3956-F92D-1F2A332B8A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3468" y="4291707"/>
                <a:ext cx="488779" cy="350400"/>
              </a:xfrm>
              <a:prstGeom prst="roundRect">
                <a:avLst/>
              </a:prstGeom>
              <a:blipFill>
                <a:blip r:embed="rId31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5B1CBAF2-7670-350E-8F9C-CB8DA1EBFB00}"/>
              </a:ext>
            </a:extLst>
          </p:cNvPr>
          <p:cNvCxnSpPr>
            <a:stCxn id="85" idx="2"/>
            <a:endCxn id="86" idx="0"/>
          </p:cNvCxnSpPr>
          <p:nvPr/>
        </p:nvCxnSpPr>
        <p:spPr>
          <a:xfrm>
            <a:off x="15920781" y="3756293"/>
            <a:ext cx="0" cy="1477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00862D5D-89D9-1C8F-51C5-27E340933F1E}"/>
                  </a:ext>
                </a:extLst>
              </p:cNvPr>
              <p:cNvSpPr txBox="1"/>
              <p:nvPr/>
            </p:nvSpPr>
            <p:spPr>
              <a:xfrm>
                <a:off x="14126867" y="4403944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00862D5D-89D9-1C8F-51C5-27E340933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6867" y="4403944"/>
                <a:ext cx="304800" cy="200055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F65FBFA-5F4E-EA35-2195-0A9259F29D6B}"/>
                  </a:ext>
                </a:extLst>
              </p:cNvPr>
              <p:cNvSpPr txBox="1"/>
              <p:nvPr/>
            </p:nvSpPr>
            <p:spPr>
              <a:xfrm>
                <a:off x="15116124" y="320856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F65FBFA-5F4E-EA35-2195-0A9259F29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6124" y="3208568"/>
                <a:ext cx="304800" cy="200055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D9F370F-0942-DB9B-9C6B-19C196337AA7}"/>
                  </a:ext>
                </a:extLst>
              </p:cNvPr>
              <p:cNvSpPr txBox="1"/>
              <p:nvPr/>
            </p:nvSpPr>
            <p:spPr>
              <a:xfrm>
                <a:off x="15116124" y="299548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D9F370F-0942-DB9B-9C6B-19C196337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6124" y="2995483"/>
                <a:ext cx="304800" cy="200055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EBBA4C77-7579-6F63-CB0E-DEE4FDA2A136}"/>
              </a:ext>
            </a:extLst>
          </p:cNvPr>
          <p:cNvSpPr/>
          <p:nvPr/>
        </p:nvSpPr>
        <p:spPr>
          <a:xfrm>
            <a:off x="14200657" y="5171648"/>
            <a:ext cx="715613" cy="573751"/>
          </a:xfrm>
          <a:prstGeom prst="roundRect">
            <a:avLst>
              <a:gd name="adj" fmla="val 6196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Shunt Resistors &amp; Gain Stage</a:t>
            </a:r>
          </a:p>
          <a:p>
            <a:pPr algn="ctr"/>
            <a:r>
              <a:rPr lang="en-US" sz="467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(Current Sense Amplifier)</a:t>
            </a:r>
          </a:p>
          <a:p>
            <a:pPr algn="ctr"/>
            <a:endParaRPr lang="en-CA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8B778CBF-449D-A1BF-6985-3155A040EABE}"/>
              </a:ext>
            </a:extLst>
          </p:cNvPr>
          <p:cNvCxnSpPr>
            <a:cxnSpLocks/>
            <a:stCxn id="52" idx="2"/>
            <a:endCxn id="119" idx="0"/>
          </p:cNvCxnSpPr>
          <p:nvPr/>
        </p:nvCxnSpPr>
        <p:spPr>
          <a:xfrm>
            <a:off x="14558461" y="3628863"/>
            <a:ext cx="0" cy="1542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00894811-FDAB-DEFE-FAAD-CFB47F04A8CF}"/>
              </a:ext>
            </a:extLst>
          </p:cNvPr>
          <p:cNvCxnSpPr>
            <a:cxnSpLocks/>
          </p:cNvCxnSpPr>
          <p:nvPr/>
        </p:nvCxnSpPr>
        <p:spPr>
          <a:xfrm>
            <a:off x="14345126" y="3628863"/>
            <a:ext cx="0" cy="1542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EE9D65E2-0215-D929-38E8-87676E880F9E}"/>
              </a:ext>
            </a:extLst>
          </p:cNvPr>
          <p:cNvCxnSpPr>
            <a:cxnSpLocks/>
          </p:cNvCxnSpPr>
          <p:nvPr/>
        </p:nvCxnSpPr>
        <p:spPr>
          <a:xfrm>
            <a:off x="14777335" y="3628863"/>
            <a:ext cx="0" cy="1542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B8BA0527-89F1-F54F-E384-DED6E70E3520}"/>
                  </a:ext>
                </a:extLst>
              </p:cNvPr>
              <p:cNvSpPr txBox="1"/>
              <p:nvPr/>
            </p:nvSpPr>
            <p:spPr>
              <a:xfrm>
                <a:off x="15116124" y="278730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B8BA0527-89F1-F54F-E384-DED6E70E3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6124" y="2787306"/>
                <a:ext cx="304800" cy="200055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83448E2-2BD4-2408-065C-797FAA4FB890}"/>
                  </a:ext>
                </a:extLst>
              </p:cNvPr>
              <p:cNvSpPr txBox="1"/>
              <p:nvPr/>
            </p:nvSpPr>
            <p:spPr>
              <a:xfrm>
                <a:off x="14342055" y="4403944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83448E2-2BD4-2408-065C-797FAA4FB8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42055" y="4403944"/>
                <a:ext cx="304800" cy="200055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40D9F3A1-B3C0-4780-53EE-BF3A49715499}"/>
                  </a:ext>
                </a:extLst>
              </p:cNvPr>
              <p:cNvSpPr txBox="1"/>
              <p:nvPr/>
            </p:nvSpPr>
            <p:spPr>
              <a:xfrm>
                <a:off x="14566774" y="4403944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40D9F3A1-B3C0-4780-53EE-BF3A49715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66774" y="4403944"/>
                <a:ext cx="304800" cy="200055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5" name="Picture 134">
            <a:extLst>
              <a:ext uri="{FF2B5EF4-FFF2-40B4-BE49-F238E27FC236}">
                <a16:creationId xmlns:a16="http://schemas.microsoft.com/office/drawing/2014/main" id="{CC9643D7-6E71-8AE2-56B8-63E30FF45C0D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9"/>
              </a:ext>
            </a:extLst>
          </a:blip>
          <a:stretch>
            <a:fillRect/>
          </a:stretch>
        </p:blipFill>
        <p:spPr>
          <a:xfrm>
            <a:off x="11089744" y="3577207"/>
            <a:ext cx="44883" cy="9974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E753FB3D-F792-BC07-25AD-5A4BF2388368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4429449" y="5532417"/>
            <a:ext cx="258024" cy="258024"/>
          </a:xfrm>
          <a:prstGeom prst="rect">
            <a:avLst/>
          </a:prstGeom>
        </p:spPr>
      </p:pic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2DA1112-B45B-2630-EB4D-47A5302AF268}"/>
              </a:ext>
            </a:extLst>
          </p:cNvPr>
          <p:cNvSpPr/>
          <p:nvPr/>
        </p:nvSpPr>
        <p:spPr>
          <a:xfrm>
            <a:off x="13088418" y="5171648"/>
            <a:ext cx="715613" cy="573751"/>
          </a:xfrm>
          <a:prstGeom prst="roundRect">
            <a:avLst>
              <a:gd name="adj" fmla="val 6196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Anti Aliasing Filter</a:t>
            </a:r>
          </a:p>
          <a:p>
            <a:pPr algn="ctr"/>
            <a:r>
              <a:rPr lang="en-CA" sz="467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(Low Pass Filter)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F4F8E3C5-8C78-E998-817C-74402495316E}"/>
              </a:ext>
            </a:extLst>
          </p:cNvPr>
          <p:cNvCxnSpPr>
            <a:stCxn id="119" idx="1"/>
            <a:endCxn id="142" idx="3"/>
          </p:cNvCxnSpPr>
          <p:nvPr/>
        </p:nvCxnSpPr>
        <p:spPr>
          <a:xfrm flipH="1">
            <a:off x="13804032" y="5458520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47536FD7-C956-CEF8-D2B3-2256EB1F5185}"/>
              </a:ext>
            </a:extLst>
          </p:cNvPr>
          <p:cNvCxnSpPr>
            <a:cxnSpLocks/>
          </p:cNvCxnSpPr>
          <p:nvPr/>
        </p:nvCxnSpPr>
        <p:spPr>
          <a:xfrm flipH="1">
            <a:off x="13804032" y="5302133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C41905F-E132-A0DD-A12B-5AF7B6123B24}"/>
              </a:ext>
            </a:extLst>
          </p:cNvPr>
          <p:cNvCxnSpPr>
            <a:cxnSpLocks/>
          </p:cNvCxnSpPr>
          <p:nvPr/>
        </p:nvCxnSpPr>
        <p:spPr>
          <a:xfrm flipH="1">
            <a:off x="13804032" y="5632071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7A91C365-E272-A7A8-72F8-0C6EAA6571A6}"/>
                  </a:ext>
                </a:extLst>
              </p:cNvPr>
              <p:cNvSpPr txBox="1"/>
              <p:nvPr/>
            </p:nvSpPr>
            <p:spPr>
              <a:xfrm>
                <a:off x="13849941" y="511322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7A91C365-E272-A7A8-72F8-0C6EAA657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1" y="5113228"/>
                <a:ext cx="304800" cy="200055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541F7C72-DA74-88C7-E851-CA76BF702FA0}"/>
                  </a:ext>
                </a:extLst>
              </p:cNvPr>
              <p:cNvSpPr txBox="1"/>
              <p:nvPr/>
            </p:nvSpPr>
            <p:spPr>
              <a:xfrm>
                <a:off x="13849941" y="526979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541F7C72-DA74-88C7-E851-CA76BF702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1" y="5269796"/>
                <a:ext cx="304800" cy="200055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D51DF3CF-A247-D9DE-D13D-8511D88FC1BE}"/>
                  </a:ext>
                </a:extLst>
              </p:cNvPr>
              <p:cNvSpPr txBox="1"/>
              <p:nvPr/>
            </p:nvSpPr>
            <p:spPr>
              <a:xfrm>
                <a:off x="13849941" y="544124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D51DF3CF-A247-D9DE-D13D-8511D88FC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1" y="5441241"/>
                <a:ext cx="304800" cy="200055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Rectangle: Rounded Corners 170">
                <a:extLst>
                  <a:ext uri="{FF2B5EF4-FFF2-40B4-BE49-F238E27FC236}">
                    <a16:creationId xmlns:a16="http://schemas.microsoft.com/office/drawing/2014/main" id="{86900D28-1155-6956-45F5-C1E9A1E20329}"/>
                  </a:ext>
                </a:extLst>
              </p:cNvPr>
              <p:cNvSpPr/>
              <p:nvPr/>
            </p:nvSpPr>
            <p:spPr>
              <a:xfrm>
                <a:off x="11976180" y="5188394"/>
                <a:ext cx="715613" cy="573751"/>
              </a:xfrm>
              <a:prstGeom prst="roundRect">
                <a:avLst>
                  <a:gd name="adj" fmla="val 6196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CA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ADC</a:t>
                </a:r>
              </a:p>
              <a:p>
                <a:pPr algn="ctr"/>
                <a:r>
                  <a:rPr lang="en-CA" sz="467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(Sampled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467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67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CA" sz="467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sub>
                    </m:sSub>
                    <m:r>
                      <a:rPr lang="en-CA" sz="467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71" name="Rectangle: Rounded Corners 170">
                <a:extLst>
                  <a:ext uri="{FF2B5EF4-FFF2-40B4-BE49-F238E27FC236}">
                    <a16:creationId xmlns:a16="http://schemas.microsoft.com/office/drawing/2014/main" id="{86900D28-1155-6956-45F5-C1E9A1E20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6180" y="5188394"/>
                <a:ext cx="715613" cy="573751"/>
              </a:xfrm>
              <a:prstGeom prst="roundRect">
                <a:avLst>
                  <a:gd name="adj" fmla="val 6196"/>
                </a:avLst>
              </a:prstGeom>
              <a:blipFill>
                <a:blip r:embed="rId43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08413258-3379-6A4F-0BCC-E63B3DFDC8B0}"/>
              </a:ext>
            </a:extLst>
          </p:cNvPr>
          <p:cNvCxnSpPr>
            <a:cxnSpLocks/>
          </p:cNvCxnSpPr>
          <p:nvPr/>
        </p:nvCxnSpPr>
        <p:spPr>
          <a:xfrm flipH="1">
            <a:off x="12687720" y="5458520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2165152-0E2D-B22F-4C03-9DE3E3443224}"/>
              </a:ext>
            </a:extLst>
          </p:cNvPr>
          <p:cNvCxnSpPr>
            <a:cxnSpLocks/>
          </p:cNvCxnSpPr>
          <p:nvPr/>
        </p:nvCxnSpPr>
        <p:spPr>
          <a:xfrm flipH="1">
            <a:off x="12687720" y="5302133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E4D019FF-A7CC-6497-1EFF-09C5F33487F4}"/>
              </a:ext>
            </a:extLst>
          </p:cNvPr>
          <p:cNvCxnSpPr>
            <a:cxnSpLocks/>
          </p:cNvCxnSpPr>
          <p:nvPr/>
        </p:nvCxnSpPr>
        <p:spPr>
          <a:xfrm flipH="1">
            <a:off x="12687720" y="5632071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4FEC0430-BCB2-ED36-4F61-E48D7CC409B0}"/>
                  </a:ext>
                </a:extLst>
              </p:cNvPr>
              <p:cNvSpPr txBox="1"/>
              <p:nvPr/>
            </p:nvSpPr>
            <p:spPr>
              <a:xfrm>
                <a:off x="12733629" y="511322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4FEC0430-BCB2-ED36-4F61-E48D7CC40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3629" y="5113228"/>
                <a:ext cx="304800" cy="200055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BA7A267-02AE-ED5A-4357-FA9586BADF60}"/>
                  </a:ext>
                </a:extLst>
              </p:cNvPr>
              <p:cNvSpPr txBox="1"/>
              <p:nvPr/>
            </p:nvSpPr>
            <p:spPr>
              <a:xfrm>
                <a:off x="12733629" y="526979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BA7A267-02AE-ED5A-4357-FA9586BADF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3629" y="5269796"/>
                <a:ext cx="304800" cy="200055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831252E2-6EC7-3469-378C-4D412F621E58}"/>
                  </a:ext>
                </a:extLst>
              </p:cNvPr>
              <p:cNvSpPr txBox="1"/>
              <p:nvPr/>
            </p:nvSpPr>
            <p:spPr>
              <a:xfrm>
                <a:off x="12733629" y="544124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831252E2-6EC7-3469-378C-4D412F621E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3629" y="5441241"/>
                <a:ext cx="304800" cy="200055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6" name="Rectangle: Rounded Corners 185">
                <a:extLst>
                  <a:ext uri="{FF2B5EF4-FFF2-40B4-BE49-F238E27FC236}">
                    <a16:creationId xmlns:a16="http://schemas.microsoft.com/office/drawing/2014/main" id="{8B68CF85-260C-9B6E-2E90-E8A13F9AB6D4}"/>
                  </a:ext>
                </a:extLst>
              </p:cNvPr>
              <p:cNvSpPr/>
              <p:nvPr/>
            </p:nvSpPr>
            <p:spPr>
              <a:xfrm>
                <a:off x="10863943" y="5043345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Clarke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467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467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6" name="Rectangle: Rounded Corners 185">
                <a:extLst>
                  <a:ext uri="{FF2B5EF4-FFF2-40B4-BE49-F238E27FC236}">
                    <a16:creationId xmlns:a16="http://schemas.microsoft.com/office/drawing/2014/main" id="{8B68CF85-260C-9B6E-2E90-E8A13F9AB6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3943" y="5043345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44"/>
                <a:stretch>
                  <a:fillRect r="-14050" b="-8276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Rectangle: Rounded Corners 186">
                <a:extLst>
                  <a:ext uri="{FF2B5EF4-FFF2-40B4-BE49-F238E27FC236}">
                    <a16:creationId xmlns:a16="http://schemas.microsoft.com/office/drawing/2014/main" id="{18A493E0-B3E1-17A3-BF71-6D93A93F61C2}"/>
                  </a:ext>
                </a:extLst>
              </p:cNvPr>
              <p:cNvSpPr/>
              <p:nvPr/>
            </p:nvSpPr>
            <p:spPr>
              <a:xfrm>
                <a:off x="9744462" y="5041229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Park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CA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CA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467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467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7" name="Rectangle: Rounded Corners 186">
                <a:extLst>
                  <a:ext uri="{FF2B5EF4-FFF2-40B4-BE49-F238E27FC236}">
                    <a16:creationId xmlns:a16="http://schemas.microsoft.com/office/drawing/2014/main" id="{18A493E0-B3E1-17A3-BF71-6D93A93F61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4462" y="5041229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45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96ADB212-4DBD-F789-BB92-55DF24858B69}"/>
              </a:ext>
            </a:extLst>
          </p:cNvPr>
          <p:cNvCxnSpPr>
            <a:cxnSpLocks/>
          </p:cNvCxnSpPr>
          <p:nvPr/>
        </p:nvCxnSpPr>
        <p:spPr>
          <a:xfrm flipH="1">
            <a:off x="11579556" y="5476041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1A6846CF-E1CA-F55F-FEA5-02BBD1332614}"/>
              </a:ext>
            </a:extLst>
          </p:cNvPr>
          <p:cNvCxnSpPr>
            <a:cxnSpLocks/>
          </p:cNvCxnSpPr>
          <p:nvPr/>
        </p:nvCxnSpPr>
        <p:spPr>
          <a:xfrm flipH="1">
            <a:off x="11579556" y="5319655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92B2366B-889B-4DDA-42D6-F341349E227E}"/>
              </a:ext>
            </a:extLst>
          </p:cNvPr>
          <p:cNvCxnSpPr>
            <a:cxnSpLocks/>
          </p:cNvCxnSpPr>
          <p:nvPr/>
        </p:nvCxnSpPr>
        <p:spPr>
          <a:xfrm flipH="1">
            <a:off x="11579556" y="5649593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C61CF715-E018-A8D6-DC80-2AC5A853FF67}"/>
                  </a:ext>
                </a:extLst>
              </p:cNvPr>
              <p:cNvSpPr txBox="1"/>
              <p:nvPr/>
            </p:nvSpPr>
            <p:spPr>
              <a:xfrm>
                <a:off x="11625467" y="5146625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C61CF715-E018-A8D6-DC80-2AC5A853F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5146625"/>
                <a:ext cx="304800" cy="200055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14CEDF8D-2161-912C-A781-D9C037891793}"/>
                  </a:ext>
                </a:extLst>
              </p:cNvPr>
              <p:cNvSpPr txBox="1"/>
              <p:nvPr/>
            </p:nvSpPr>
            <p:spPr>
              <a:xfrm>
                <a:off x="11625467" y="530319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14CEDF8D-2161-912C-A781-D9C037891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5303193"/>
                <a:ext cx="304800" cy="200055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EE9BB093-D518-4098-0E55-D962D8FA463E}"/>
                  </a:ext>
                </a:extLst>
              </p:cNvPr>
              <p:cNvSpPr txBox="1"/>
              <p:nvPr/>
            </p:nvSpPr>
            <p:spPr>
              <a:xfrm>
                <a:off x="11625467" y="547463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EE9BB093-D518-4098-0E55-D962D8FA4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5474638"/>
                <a:ext cx="304800" cy="200055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45D18CE3-30F8-96A9-9823-F722A8331EBB}"/>
              </a:ext>
            </a:extLst>
          </p:cNvPr>
          <p:cNvCxnSpPr>
            <a:cxnSpLocks/>
          </p:cNvCxnSpPr>
          <p:nvPr/>
        </p:nvCxnSpPr>
        <p:spPr>
          <a:xfrm flipH="1">
            <a:off x="10454695" y="5233668"/>
            <a:ext cx="408673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B73392BC-4F21-A3A3-140D-3DCC75E1181B}"/>
              </a:ext>
            </a:extLst>
          </p:cNvPr>
          <p:cNvCxnSpPr>
            <a:cxnSpLocks/>
          </p:cNvCxnSpPr>
          <p:nvPr/>
        </p:nvCxnSpPr>
        <p:spPr>
          <a:xfrm flipH="1">
            <a:off x="10466740" y="5744187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BB2E6544-E730-3343-3B74-A0224ECD92BD}"/>
                  </a:ext>
                </a:extLst>
              </p:cNvPr>
              <p:cNvSpPr txBox="1"/>
              <p:nvPr/>
            </p:nvSpPr>
            <p:spPr>
              <a:xfrm>
                <a:off x="10507108" y="503220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7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BB2E6544-E730-3343-3B74-A0224ECD9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7108" y="5032201"/>
                <a:ext cx="304800" cy="200055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206A952-A0B7-9CE1-534A-DCF70B45E673}"/>
                  </a:ext>
                </a:extLst>
              </p:cNvPr>
              <p:cNvSpPr txBox="1"/>
              <p:nvPr/>
            </p:nvSpPr>
            <p:spPr>
              <a:xfrm>
                <a:off x="10507866" y="5535499"/>
                <a:ext cx="304800" cy="2096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206A952-A0B7-9CE1-534A-DCF70B45E6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7866" y="5535499"/>
                <a:ext cx="304800" cy="209673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Rectangle: Rounded Corners 216">
                <a:extLst>
                  <a:ext uri="{FF2B5EF4-FFF2-40B4-BE49-F238E27FC236}">
                    <a16:creationId xmlns:a16="http://schemas.microsoft.com/office/drawing/2014/main" id="{3A200990-88BB-BA79-D574-636C1AED2227}"/>
                  </a:ext>
                </a:extLst>
              </p:cNvPr>
              <p:cNvSpPr/>
              <p:nvPr/>
            </p:nvSpPr>
            <p:spPr>
              <a:xfrm>
                <a:off x="9858697" y="6220714"/>
                <a:ext cx="488779" cy="239970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217" name="Rectangle: Rounded Corners 216">
                <a:extLst>
                  <a:ext uri="{FF2B5EF4-FFF2-40B4-BE49-F238E27FC236}">
                    <a16:creationId xmlns:a16="http://schemas.microsoft.com/office/drawing/2014/main" id="{3A200990-88BB-BA79-D574-636C1AED22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8697" y="6220714"/>
                <a:ext cx="488779" cy="239970"/>
              </a:xfrm>
              <a:prstGeom prst="roundRect">
                <a:avLst/>
              </a:prstGeom>
              <a:blipFill>
                <a:blip r:embed="rId49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1690630B-256C-21D2-6095-8C0C1DDB49F6}"/>
              </a:ext>
            </a:extLst>
          </p:cNvPr>
          <p:cNvCxnSpPr>
            <a:stCxn id="217" idx="0"/>
            <a:endCxn id="187" idx="2"/>
          </p:cNvCxnSpPr>
          <p:nvPr/>
        </p:nvCxnSpPr>
        <p:spPr>
          <a:xfrm flipH="1" flipV="1">
            <a:off x="10102267" y="5905452"/>
            <a:ext cx="818" cy="315265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: Elbow 226">
            <a:extLst>
              <a:ext uri="{FF2B5EF4-FFF2-40B4-BE49-F238E27FC236}">
                <a16:creationId xmlns:a16="http://schemas.microsoft.com/office/drawing/2014/main" id="{52C8A790-13BB-477A-6FC2-6C922EA1C74F}"/>
              </a:ext>
            </a:extLst>
          </p:cNvPr>
          <p:cNvCxnSpPr>
            <a:cxnSpLocks/>
            <a:endCxn id="7" idx="4"/>
          </p:cNvCxnSpPr>
          <p:nvPr/>
        </p:nvCxnSpPr>
        <p:spPr>
          <a:xfrm rot="10800000">
            <a:off x="6348961" y="3490511"/>
            <a:ext cx="3384759" cy="2253454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6B6820A2-519B-DAB1-C11A-5686E259BFCE}"/>
              </a:ext>
            </a:extLst>
          </p:cNvPr>
          <p:cNvCxnSpPr>
            <a:cxnSpLocks/>
            <a:endCxn id="5" idx="4"/>
          </p:cNvCxnSpPr>
          <p:nvPr/>
        </p:nvCxnSpPr>
        <p:spPr>
          <a:xfrm rot="10800000">
            <a:off x="6861931" y="2995564"/>
            <a:ext cx="2874922" cy="2229393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4599AF82-6AFC-BA5B-9099-72F93A2D41A4}"/>
                  </a:ext>
                </a:extLst>
              </p:cNvPr>
              <p:cNvSpPr txBox="1"/>
              <p:nvPr/>
            </p:nvSpPr>
            <p:spPr>
              <a:xfrm>
                <a:off x="9355323" y="5016824"/>
                <a:ext cx="304800" cy="207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CA" sz="700" i="0"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4599AF82-6AFC-BA5B-9099-72F93A2D41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5323" y="5016824"/>
                <a:ext cx="304800" cy="207686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9796933C-EB48-8BDA-1F51-F533CF634B10}"/>
                  </a:ext>
                </a:extLst>
              </p:cNvPr>
              <p:cNvSpPr txBox="1"/>
              <p:nvPr/>
            </p:nvSpPr>
            <p:spPr>
              <a:xfrm>
                <a:off x="9356081" y="5538872"/>
                <a:ext cx="304800" cy="209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9796933C-EB48-8BDA-1F51-F533CF634B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6081" y="5538872"/>
                <a:ext cx="304800" cy="209609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2" name="TextBox 241">
            <a:extLst>
              <a:ext uri="{FF2B5EF4-FFF2-40B4-BE49-F238E27FC236}">
                <a16:creationId xmlns:a16="http://schemas.microsoft.com/office/drawing/2014/main" id="{C1C72D86-28AC-0AE7-7175-728507128CBE}"/>
              </a:ext>
            </a:extLst>
          </p:cNvPr>
          <p:cNvSpPr txBox="1"/>
          <p:nvPr/>
        </p:nvSpPr>
        <p:spPr>
          <a:xfrm>
            <a:off x="6334102" y="3427231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-</a:t>
            </a:r>
            <a:endParaRPr lang="en-CA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BCEDB6FD-6EFC-C660-5B37-D17C0D38F7A3}"/>
              </a:ext>
            </a:extLst>
          </p:cNvPr>
          <p:cNvSpPr txBox="1"/>
          <p:nvPr/>
        </p:nvSpPr>
        <p:spPr>
          <a:xfrm>
            <a:off x="6833812" y="2902745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-</a:t>
            </a:r>
            <a:endParaRPr lang="en-CA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Rectangle: Rounded Corners 244">
                <a:extLst>
                  <a:ext uri="{FF2B5EF4-FFF2-40B4-BE49-F238E27FC236}">
                    <a16:creationId xmlns:a16="http://schemas.microsoft.com/office/drawing/2014/main" id="{8B88385B-B086-D36C-BCCE-900CB85A626B}"/>
                  </a:ext>
                </a:extLst>
              </p:cNvPr>
              <p:cNvSpPr/>
              <p:nvPr/>
            </p:nvSpPr>
            <p:spPr>
              <a:xfrm>
                <a:off x="16081899" y="4290290"/>
                <a:ext cx="488779" cy="35041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CA" sz="400" b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CA" sz="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t</m:t>
                          </m:r>
                        </m:den>
                      </m:f>
                    </m:oMath>
                  </m:oMathPara>
                </a14:m>
                <a:endParaRPr lang="en-US" sz="4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5" name="Rectangle: Rounded Corners 244">
                <a:extLst>
                  <a:ext uri="{FF2B5EF4-FFF2-40B4-BE49-F238E27FC236}">
                    <a16:creationId xmlns:a16="http://schemas.microsoft.com/office/drawing/2014/main" id="{8B88385B-B086-D36C-BCCE-900CB85A62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81899" y="4290290"/>
                <a:ext cx="488779" cy="350412"/>
              </a:xfrm>
              <a:prstGeom prst="roundRect">
                <a:avLst/>
              </a:prstGeom>
              <a:blipFill>
                <a:blip r:embed="rId52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3" name="Connector: Elbow 252">
            <a:extLst>
              <a:ext uri="{FF2B5EF4-FFF2-40B4-BE49-F238E27FC236}">
                <a16:creationId xmlns:a16="http://schemas.microsoft.com/office/drawing/2014/main" id="{50AB69BF-57D7-DB66-D356-8203269FF02B}"/>
              </a:ext>
            </a:extLst>
          </p:cNvPr>
          <p:cNvCxnSpPr>
            <a:stCxn id="86" idx="1"/>
            <a:endCxn id="95" idx="0"/>
          </p:cNvCxnSpPr>
          <p:nvPr/>
        </p:nvCxnSpPr>
        <p:spPr>
          <a:xfrm rot="10800000" flipV="1">
            <a:off x="15517856" y="4024003"/>
            <a:ext cx="158536" cy="26770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: Elbow 254">
            <a:extLst>
              <a:ext uri="{FF2B5EF4-FFF2-40B4-BE49-F238E27FC236}">
                <a16:creationId xmlns:a16="http://schemas.microsoft.com/office/drawing/2014/main" id="{3B45CF46-EC46-2A13-A13C-A8B4A537D302}"/>
              </a:ext>
            </a:extLst>
          </p:cNvPr>
          <p:cNvCxnSpPr>
            <a:cxnSpLocks/>
            <a:stCxn id="86" idx="3"/>
          </p:cNvCxnSpPr>
          <p:nvPr/>
        </p:nvCxnSpPr>
        <p:spPr>
          <a:xfrm>
            <a:off x="16165170" y="4024001"/>
            <a:ext cx="158536" cy="26770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CF54F100-5F9C-26BE-496D-7CC603DCF543}"/>
                  </a:ext>
                </a:extLst>
              </p:cNvPr>
              <p:cNvSpPr/>
              <p:nvPr/>
            </p:nvSpPr>
            <p:spPr>
              <a:xfrm>
                <a:off x="5053760" y="2772088"/>
                <a:ext cx="785805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467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67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𝝎</m:t>
                        </m:r>
                      </m:e>
                      <m:sub>
                        <m:r>
                          <a:rPr lang="en-CA" sz="467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PI Controller (Discrete)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  <m:r>
                        <a:rPr lang="en-US" sz="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5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CA" sz="467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CF54F100-5F9C-26BE-496D-7CC603DCF5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3760" y="2772088"/>
                <a:ext cx="785805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53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Rectangle: Rounded Corners 256">
                <a:extLst>
                  <a:ext uri="{FF2B5EF4-FFF2-40B4-BE49-F238E27FC236}">
                    <a16:creationId xmlns:a16="http://schemas.microsoft.com/office/drawing/2014/main" id="{96506A20-102A-9596-59B8-C69F38BE9610}"/>
                  </a:ext>
                </a:extLst>
              </p:cNvPr>
              <p:cNvSpPr/>
              <p:nvPr/>
            </p:nvSpPr>
            <p:spPr>
              <a:xfrm>
                <a:off x="4207982" y="3904015"/>
                <a:ext cx="488779" cy="23997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</p:txBody>
          </p:sp>
        </mc:Choice>
        <mc:Fallback xmlns="">
          <p:sp>
            <p:nvSpPr>
              <p:cNvPr id="257" name="Rectangle: Rounded Corners 256">
                <a:extLst>
                  <a:ext uri="{FF2B5EF4-FFF2-40B4-BE49-F238E27FC236}">
                    <a16:creationId xmlns:a16="http://schemas.microsoft.com/office/drawing/2014/main" id="{96506A20-102A-9596-59B8-C69F38BE96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982" y="3904015"/>
                <a:ext cx="488779" cy="239970"/>
              </a:xfrm>
              <a:prstGeom prst="roundRect">
                <a:avLst/>
              </a:prstGeom>
              <a:blipFill>
                <a:blip r:embed="rId54"/>
                <a:stretch>
                  <a:fillRect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0" name="Oval 259">
            <a:extLst>
              <a:ext uri="{FF2B5EF4-FFF2-40B4-BE49-F238E27FC236}">
                <a16:creationId xmlns:a16="http://schemas.microsoft.com/office/drawing/2014/main" id="{E5227DA0-B0B7-D39B-5C17-4A2E94E07CBF}"/>
              </a:ext>
            </a:extLst>
          </p:cNvPr>
          <p:cNvSpPr/>
          <p:nvPr/>
        </p:nvSpPr>
        <p:spPr>
          <a:xfrm>
            <a:off x="4404682" y="3155794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70D67868-CD95-726A-B878-BD8A2E325BEA}"/>
              </a:ext>
            </a:extLst>
          </p:cNvPr>
          <p:cNvSpPr txBox="1"/>
          <p:nvPr/>
        </p:nvSpPr>
        <p:spPr>
          <a:xfrm>
            <a:off x="4288018" y="3034504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8D797FBD-0F76-355A-4CB0-B7640A343944}"/>
              </a:ext>
            </a:extLst>
          </p:cNvPr>
          <p:cNvSpPr txBox="1"/>
          <p:nvPr/>
        </p:nvSpPr>
        <p:spPr>
          <a:xfrm>
            <a:off x="4454327" y="3187074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-</a:t>
            </a:r>
            <a:endParaRPr lang="en-CA" sz="1200" dirty="0"/>
          </a:p>
        </p:txBody>
      </p: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35FA104B-DDA1-50B9-C38F-4147C82B36E7}"/>
              </a:ext>
            </a:extLst>
          </p:cNvPr>
          <p:cNvCxnSpPr>
            <a:cxnSpLocks/>
            <a:stCxn id="260" idx="6"/>
            <a:endCxn id="256" idx="1"/>
          </p:cNvCxnSpPr>
          <p:nvPr/>
        </p:nvCxnSpPr>
        <p:spPr>
          <a:xfrm>
            <a:off x="4499932" y="3203419"/>
            <a:ext cx="553826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9130DEAE-22C5-97BC-982F-EF06722313F2}"/>
              </a:ext>
            </a:extLst>
          </p:cNvPr>
          <p:cNvCxnSpPr>
            <a:stCxn id="257" idx="0"/>
            <a:endCxn id="260" idx="4"/>
          </p:cNvCxnSpPr>
          <p:nvPr/>
        </p:nvCxnSpPr>
        <p:spPr>
          <a:xfrm flipH="1" flipV="1">
            <a:off x="4452307" y="3251047"/>
            <a:ext cx="62" cy="65297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EB7D84-ADC9-64F8-1E64-F17685165FCB}"/>
                  </a:ext>
                </a:extLst>
              </p:cNvPr>
              <p:cNvSpPr txBox="1"/>
              <p:nvPr/>
            </p:nvSpPr>
            <p:spPr>
              <a:xfrm>
                <a:off x="3668849" y="3085660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EB7D84-ADC9-64F8-1E64-F17685165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849" y="3085660"/>
                <a:ext cx="304800" cy="200055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DC172521-E9C9-84CF-65E7-14D91590E044}"/>
              </a:ext>
            </a:extLst>
          </p:cNvPr>
          <p:cNvCxnSpPr>
            <a:cxnSpLocks/>
          </p:cNvCxnSpPr>
          <p:nvPr/>
        </p:nvCxnSpPr>
        <p:spPr>
          <a:xfrm flipH="1">
            <a:off x="3953320" y="3203937"/>
            <a:ext cx="449166" cy="91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E8C5729-64C5-C219-0671-C26A27F96322}"/>
                  </a:ext>
                </a:extLst>
              </p:cNvPr>
              <p:cNvSpPr txBox="1"/>
              <p:nvPr/>
            </p:nvSpPr>
            <p:spPr>
              <a:xfrm>
                <a:off x="4610029" y="301388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</m:oMath>
                  </m:oMathPara>
                </a14:m>
                <a:endParaRPr lang="en-CA" sz="7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E8C5729-64C5-C219-0671-C26A27F963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029" y="3013883"/>
                <a:ext cx="304800" cy="200055"/>
              </a:xfrm>
              <a:prstGeom prst="rect">
                <a:avLst/>
              </a:prstGeom>
              <a:blipFill>
                <a:blip r:embed="rId5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6513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5C76B-9A99-A061-BC13-EBED182C3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B5D4E07F-5611-D10F-CED3-11AA445EE829}"/>
              </a:ext>
            </a:extLst>
          </p:cNvPr>
          <p:cNvCxnSpPr>
            <a:cxnSpLocks/>
          </p:cNvCxnSpPr>
          <p:nvPr/>
        </p:nvCxnSpPr>
        <p:spPr>
          <a:xfrm flipH="1">
            <a:off x="4626500" y="2068451"/>
            <a:ext cx="983589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B80290C-C725-B724-A6EF-3D6839CEE60F}"/>
                  </a:ext>
                </a:extLst>
              </p:cNvPr>
              <p:cNvSpPr txBox="1"/>
              <p:nvPr/>
            </p:nvSpPr>
            <p:spPr>
              <a:xfrm>
                <a:off x="4683696" y="1859890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B80290C-C725-B724-A6EF-3D6839CEE6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3696" y="1859890"/>
                <a:ext cx="304800" cy="2308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C25A4875-337C-9D55-E1E8-D8CA226D85BF}"/>
                  </a:ext>
                </a:extLst>
              </p:cNvPr>
              <p:cNvSpPr txBox="1"/>
              <p:nvPr/>
            </p:nvSpPr>
            <p:spPr>
              <a:xfrm>
                <a:off x="4678681" y="2600588"/>
                <a:ext cx="304800" cy="243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9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C25A4875-337C-9D55-E1E8-D8CA226D85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8681" y="2600588"/>
                <a:ext cx="304800" cy="2431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4E391D04-4DEC-6D07-FBA3-B0107B65FF84}"/>
              </a:ext>
            </a:extLst>
          </p:cNvPr>
          <p:cNvCxnSpPr>
            <a:cxnSpLocks/>
            <a:stCxn id="102" idx="2"/>
          </p:cNvCxnSpPr>
          <p:nvPr/>
        </p:nvCxnSpPr>
        <p:spPr>
          <a:xfrm flipH="1" flipV="1">
            <a:off x="4634509" y="2821026"/>
            <a:ext cx="450707" cy="218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0B6E3657-C2A5-8D41-F53A-8C8DE72CAA22}"/>
                  </a:ext>
                </a:extLst>
              </p:cNvPr>
              <p:cNvSpPr/>
              <p:nvPr/>
            </p:nvSpPr>
            <p:spPr>
              <a:xfrm>
                <a:off x="3348138" y="1918913"/>
                <a:ext cx="1276533" cy="1058553"/>
              </a:xfrm>
              <a:prstGeom prst="roundRect">
                <a:avLst>
                  <a:gd name="adj" fmla="val 6196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𝝎</m:t>
                        </m:r>
                      </m:e>
                      <m:sub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PI Controller 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(Discrete)</a:t>
                </a: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7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i="1" dirty="0">
                  <a:solidFill>
                    <a:schemeClr val="tx1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CA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en-CA" sz="7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0B6E3657-C2A5-8D41-F53A-8C8DE72CAA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138" y="1918913"/>
                <a:ext cx="1276533" cy="1058553"/>
              </a:xfrm>
              <a:prstGeom prst="roundRect">
                <a:avLst>
                  <a:gd name="adj" fmla="val 6196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0" name="Oval 259">
            <a:extLst>
              <a:ext uri="{FF2B5EF4-FFF2-40B4-BE49-F238E27FC236}">
                <a16:creationId xmlns:a16="http://schemas.microsoft.com/office/drawing/2014/main" id="{7D78E38A-9579-A5EF-0306-9FD2ABEBBABA}"/>
              </a:ext>
            </a:extLst>
          </p:cNvPr>
          <p:cNvSpPr/>
          <p:nvPr/>
        </p:nvSpPr>
        <p:spPr>
          <a:xfrm>
            <a:off x="2654041" y="2361943"/>
            <a:ext cx="172800" cy="17249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911D1DF1-80D4-3C5D-E378-7B247D59ACC9}"/>
              </a:ext>
            </a:extLst>
          </p:cNvPr>
          <p:cNvSpPr txBox="1"/>
          <p:nvPr/>
        </p:nvSpPr>
        <p:spPr>
          <a:xfrm>
            <a:off x="2507534" y="2242707"/>
            <a:ext cx="1770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2B351C97-E750-776D-40C3-1A2D03A8B71B}"/>
              </a:ext>
            </a:extLst>
          </p:cNvPr>
          <p:cNvSpPr txBox="1"/>
          <p:nvPr/>
        </p:nvSpPr>
        <p:spPr>
          <a:xfrm>
            <a:off x="2752700" y="2404212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_</a:t>
            </a:r>
            <a:endParaRPr lang="en-CA" sz="1200" dirty="0"/>
          </a:p>
        </p:txBody>
      </p: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82323032-CC55-7B1F-EC84-1052A85723BC}"/>
              </a:ext>
            </a:extLst>
          </p:cNvPr>
          <p:cNvCxnSpPr>
            <a:cxnSpLocks/>
            <a:stCxn id="260" idx="6"/>
            <a:endCxn id="256" idx="1"/>
          </p:cNvCxnSpPr>
          <p:nvPr/>
        </p:nvCxnSpPr>
        <p:spPr>
          <a:xfrm>
            <a:off x="2826843" y="2448189"/>
            <a:ext cx="521295" cy="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700AB4B6-2E91-3501-15BA-EA507AA580A4}"/>
              </a:ext>
            </a:extLst>
          </p:cNvPr>
          <p:cNvCxnSpPr>
            <a:cxnSpLocks/>
          </p:cNvCxnSpPr>
          <p:nvPr/>
        </p:nvCxnSpPr>
        <p:spPr>
          <a:xfrm flipV="1">
            <a:off x="2739680" y="2534342"/>
            <a:ext cx="700" cy="59458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0B1F3BCA-3FE1-BAD2-DE12-5E199D3456C0}"/>
                  </a:ext>
                </a:extLst>
              </p:cNvPr>
              <p:cNvSpPr txBox="1"/>
              <p:nvPr/>
            </p:nvSpPr>
            <p:spPr>
              <a:xfrm>
                <a:off x="2202796" y="2243841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9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0B1F3BCA-3FE1-BAD2-DE12-5E199D345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2796" y="2243841"/>
                <a:ext cx="304800" cy="2308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17B2510F-03ED-B4BA-1F74-AB23808C61A3}"/>
              </a:ext>
            </a:extLst>
          </p:cNvPr>
          <p:cNvCxnSpPr>
            <a:cxnSpLocks/>
          </p:cNvCxnSpPr>
          <p:nvPr/>
        </p:nvCxnSpPr>
        <p:spPr>
          <a:xfrm flipH="1">
            <a:off x="2197380" y="2446821"/>
            <a:ext cx="449166" cy="91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620CC4E5-7903-4851-402D-C5DDDE967B68}"/>
                  </a:ext>
                </a:extLst>
              </p:cNvPr>
              <p:cNvSpPr txBox="1"/>
              <p:nvPr/>
            </p:nvSpPr>
            <p:spPr>
              <a:xfrm>
                <a:off x="2914679" y="2219139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</m:oMath>
                  </m:oMathPara>
                </a14:m>
                <a:endParaRPr lang="en-CA" sz="9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620CC4E5-7903-4851-402D-C5DDDE967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679" y="2219139"/>
                <a:ext cx="304800" cy="2308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9B1BDC6B-A282-D72D-C10C-49DA039DD604}"/>
                  </a:ext>
                </a:extLst>
              </p:cNvPr>
              <p:cNvSpPr/>
              <p:nvPr/>
            </p:nvSpPr>
            <p:spPr>
              <a:xfrm>
                <a:off x="6537098" y="1751025"/>
                <a:ext cx="1234755" cy="653187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𝒅</m:t>
                        </m:r>
                      </m:sub>
                    </m:sSub>
                    <m:r>
                      <a:rPr lang="en-CA" sz="105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9B1BDC6B-A282-D72D-C10C-49DA039DD6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7098" y="1751025"/>
                <a:ext cx="1234755" cy="653187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FCFE076-644C-3CE0-298B-DB4CB36300A0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5782889" y="2076189"/>
            <a:ext cx="754209" cy="143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428B943-8296-7A3A-247B-C36E35D8CAF7}"/>
              </a:ext>
            </a:extLst>
          </p:cNvPr>
          <p:cNvCxnSpPr>
            <a:cxnSpLocks/>
          </p:cNvCxnSpPr>
          <p:nvPr/>
        </p:nvCxnSpPr>
        <p:spPr>
          <a:xfrm>
            <a:off x="5260053" y="2818617"/>
            <a:ext cx="1273742" cy="143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AF86192-1376-3122-D320-15E60E4ECE7C}"/>
                  </a:ext>
                </a:extLst>
              </p:cNvPr>
              <p:cNvSpPr txBox="1"/>
              <p:nvPr/>
            </p:nvSpPr>
            <p:spPr>
              <a:xfrm>
                <a:off x="6103638" y="1875078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AF86192-1376-3122-D320-15E60E4ECE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3638" y="1875078"/>
                <a:ext cx="304800" cy="2308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454A58B-0963-FEBB-9B6E-1B0FE40E3E24}"/>
                  </a:ext>
                </a:extLst>
              </p:cNvPr>
              <p:cNvSpPr txBox="1"/>
              <p:nvPr/>
            </p:nvSpPr>
            <p:spPr>
              <a:xfrm>
                <a:off x="6103638" y="2566137"/>
                <a:ext cx="304800" cy="243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9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454A58B-0963-FEBB-9B6E-1B0FE40E3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3638" y="2566137"/>
                <a:ext cx="304800" cy="2431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Oval 89">
            <a:extLst>
              <a:ext uri="{FF2B5EF4-FFF2-40B4-BE49-F238E27FC236}">
                <a16:creationId xmlns:a16="http://schemas.microsoft.com/office/drawing/2014/main" id="{7331FA3D-A351-8DBA-A41F-B7F5B1AD4C7E}"/>
              </a:ext>
            </a:extLst>
          </p:cNvPr>
          <p:cNvSpPr/>
          <p:nvPr/>
        </p:nvSpPr>
        <p:spPr>
          <a:xfrm>
            <a:off x="5614849" y="1986971"/>
            <a:ext cx="172800" cy="17249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795FC97-7909-93E9-EBB6-94B352AEAFBF}"/>
              </a:ext>
            </a:extLst>
          </p:cNvPr>
          <p:cNvSpPr/>
          <p:nvPr/>
        </p:nvSpPr>
        <p:spPr>
          <a:xfrm>
            <a:off x="5085214" y="2736966"/>
            <a:ext cx="172800" cy="17249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1427CF0-0AB7-D35B-9C07-5EAB6C0B1C3A}"/>
              </a:ext>
            </a:extLst>
          </p:cNvPr>
          <p:cNvSpPr txBox="1"/>
          <p:nvPr/>
        </p:nvSpPr>
        <p:spPr>
          <a:xfrm>
            <a:off x="5505165" y="1843482"/>
            <a:ext cx="1770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A527540-9EAF-6070-14C8-FECD66D1D5C6}"/>
              </a:ext>
            </a:extLst>
          </p:cNvPr>
          <p:cNvSpPr txBox="1"/>
          <p:nvPr/>
        </p:nvSpPr>
        <p:spPr>
          <a:xfrm>
            <a:off x="5712445" y="2023984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_</a:t>
            </a:r>
            <a:endParaRPr lang="en-CA" sz="1200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534B9C2C-8D34-90E9-AA07-799A69B3A599}"/>
              </a:ext>
            </a:extLst>
          </p:cNvPr>
          <p:cNvSpPr txBox="1"/>
          <p:nvPr/>
        </p:nvSpPr>
        <p:spPr>
          <a:xfrm>
            <a:off x="5001725" y="2578519"/>
            <a:ext cx="1770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92B84DD4-A345-CA00-F3C3-203BC843F5CF}"/>
              </a:ext>
            </a:extLst>
          </p:cNvPr>
          <p:cNvSpPr txBox="1"/>
          <p:nvPr/>
        </p:nvSpPr>
        <p:spPr>
          <a:xfrm>
            <a:off x="5189953" y="2768548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_</a:t>
            </a:r>
            <a:endParaRPr lang="en-CA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Rectangle: Rounded Corners 142">
                <a:extLst>
                  <a:ext uri="{FF2B5EF4-FFF2-40B4-BE49-F238E27FC236}">
                    <a16:creationId xmlns:a16="http://schemas.microsoft.com/office/drawing/2014/main" id="{29696E3D-A16D-F582-FE71-7FFC35ABCFEA}"/>
                  </a:ext>
                </a:extLst>
              </p:cNvPr>
              <p:cNvSpPr/>
              <p:nvPr/>
            </p:nvSpPr>
            <p:spPr>
              <a:xfrm>
                <a:off x="6537098" y="2498085"/>
                <a:ext cx="1234755" cy="653187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q</m:t>
                        </m:r>
                      </m:sub>
                    </m:sSub>
                    <m:r>
                      <a:rPr lang="en-CA" sz="105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3" name="Rectangle: Rounded Corners 142">
                <a:extLst>
                  <a:ext uri="{FF2B5EF4-FFF2-40B4-BE49-F238E27FC236}">
                    <a16:creationId xmlns:a16="http://schemas.microsoft.com/office/drawing/2014/main" id="{29696E3D-A16D-F582-FE71-7FFC35ABCF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7098" y="2498085"/>
                <a:ext cx="1234755" cy="653187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4" name="Rectangle: Rounded Corners 143">
                <a:extLst>
                  <a:ext uri="{FF2B5EF4-FFF2-40B4-BE49-F238E27FC236}">
                    <a16:creationId xmlns:a16="http://schemas.microsoft.com/office/drawing/2014/main" id="{DD4C4DFD-A4A5-ACF7-C02A-C0E7999CF282}"/>
                  </a:ext>
                </a:extLst>
              </p:cNvPr>
              <p:cNvSpPr/>
              <p:nvPr/>
            </p:nvSpPr>
            <p:spPr>
              <a:xfrm>
                <a:off x="8422207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Park</a:t>
                </a: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→ 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10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4" name="Rectangle: Rounded Corners 143">
                <a:extLst>
                  <a:ext uri="{FF2B5EF4-FFF2-40B4-BE49-F238E27FC236}">
                    <a16:creationId xmlns:a16="http://schemas.microsoft.com/office/drawing/2014/main" id="{DD4C4DFD-A4A5-ACF7-C02A-C0E7999CF2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207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12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25FBFBC4-9616-5105-2980-E255FCE7E281}"/>
                  </a:ext>
                </a:extLst>
              </p:cNvPr>
              <p:cNvSpPr/>
              <p:nvPr/>
            </p:nvSpPr>
            <p:spPr>
              <a:xfrm>
                <a:off x="8591549" y="3424138"/>
                <a:ext cx="1060969" cy="35444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7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25FBFBC4-9616-5105-2980-E255FCE7E2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1549" y="3424138"/>
                <a:ext cx="1060969" cy="354440"/>
              </a:xfrm>
              <a:prstGeom prst="roundRect">
                <a:avLst/>
              </a:prstGeom>
              <a:blipFill>
                <a:blip r:embed="rId13"/>
                <a:stretch>
                  <a:fillRect b="-6557"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474D9FFA-C55A-6405-0287-B95D5326256C}"/>
              </a:ext>
            </a:extLst>
          </p:cNvPr>
          <p:cNvCxnSpPr>
            <a:cxnSpLocks/>
            <a:stCxn id="145" idx="0"/>
            <a:endCxn id="144" idx="2"/>
          </p:cNvCxnSpPr>
          <p:nvPr/>
        </p:nvCxnSpPr>
        <p:spPr>
          <a:xfrm flipV="1">
            <a:off x="9122034" y="3090386"/>
            <a:ext cx="1" cy="33375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30C28C3-C19F-D3AD-2A69-05F854C2A1EA}"/>
                  </a:ext>
                </a:extLst>
              </p:cNvPr>
              <p:cNvSpPr txBox="1"/>
              <p:nvPr/>
            </p:nvSpPr>
            <p:spPr>
              <a:xfrm>
                <a:off x="7872111" y="1862553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30C28C3-C19F-D3AD-2A69-05F854C2A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2111" y="1862553"/>
                <a:ext cx="304800" cy="2308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0568A850-6A05-E206-3D62-A92F74A2A87D}"/>
                  </a:ext>
                </a:extLst>
              </p:cNvPr>
              <p:cNvSpPr txBox="1"/>
              <p:nvPr/>
            </p:nvSpPr>
            <p:spPr>
              <a:xfrm>
                <a:off x="7867873" y="2596384"/>
                <a:ext cx="304800" cy="2414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0568A850-6A05-E206-3D62-A92F74A2A8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7873" y="2596384"/>
                <a:ext cx="304800" cy="24147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F9E6D1C1-C4FA-05B6-5D44-D571395E523A}"/>
                  </a:ext>
                </a:extLst>
              </p:cNvPr>
              <p:cNvSpPr txBox="1"/>
              <p:nvPr/>
            </p:nvSpPr>
            <p:spPr>
              <a:xfrm>
                <a:off x="9908582" y="1859890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9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F9E6D1C1-C4FA-05B6-5D44-D571395E5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582" y="1859890"/>
                <a:ext cx="304800" cy="2308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BEB12-B18F-6E85-BEF7-CA8860D211BB}"/>
                  </a:ext>
                </a:extLst>
              </p:cNvPr>
              <p:cNvSpPr txBox="1"/>
              <p:nvPr/>
            </p:nvSpPr>
            <p:spPr>
              <a:xfrm>
                <a:off x="9908582" y="2589427"/>
                <a:ext cx="304800" cy="2487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BEB12-B18F-6E85-BEF7-CA8860D211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582" y="2589427"/>
                <a:ext cx="304800" cy="248786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0F236ED9-5A0C-93FE-BA94-133BB997A63A}"/>
              </a:ext>
            </a:extLst>
          </p:cNvPr>
          <p:cNvSpPr/>
          <p:nvPr/>
        </p:nvSpPr>
        <p:spPr>
          <a:xfrm>
            <a:off x="12532651" y="1814171"/>
            <a:ext cx="1234755" cy="1278000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05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0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  <a:p>
            <a:pPr algn="ctr"/>
            <a:endParaRPr lang="en-US" sz="105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(Space Vector Modulation)</a:t>
            </a: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CA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05283833-3C56-1A32-246D-8FA4ECE825B2}"/>
                  </a:ext>
                </a:extLst>
              </p:cNvPr>
              <p:cNvSpPr txBox="1"/>
              <p:nvPr/>
            </p:nvSpPr>
            <p:spPr>
              <a:xfrm>
                <a:off x="11972043" y="2610392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9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05283833-3C56-1A32-246D-8FA4ECE82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2043" y="2610392"/>
                <a:ext cx="304800" cy="2308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11F31673-E70A-63CE-EDAA-4278710AAACB}"/>
                  </a:ext>
                </a:extLst>
              </p:cNvPr>
              <p:cNvSpPr txBox="1"/>
              <p:nvPr/>
            </p:nvSpPr>
            <p:spPr>
              <a:xfrm>
                <a:off x="11972043" y="2239011"/>
                <a:ext cx="304800" cy="231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9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11F31673-E70A-63CE-EDAA-4278710AA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2043" y="2239011"/>
                <a:ext cx="304800" cy="23173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2" name="Rectangle: Rounded Corners 201">
                <a:extLst>
                  <a:ext uri="{FF2B5EF4-FFF2-40B4-BE49-F238E27FC236}">
                    <a16:creationId xmlns:a16="http://schemas.microsoft.com/office/drawing/2014/main" id="{939C8878-1768-A911-6BB9-E55B802A6C5B}"/>
                  </a:ext>
                </a:extLst>
              </p:cNvPr>
              <p:cNvSpPr/>
              <p:nvPr/>
            </p:nvSpPr>
            <p:spPr>
              <a:xfrm>
                <a:off x="10474035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Clarke</a:t>
                </a: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 →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2" name="Rectangle: Rounded Corners 201">
                <a:extLst>
                  <a:ext uri="{FF2B5EF4-FFF2-40B4-BE49-F238E27FC236}">
                    <a16:creationId xmlns:a16="http://schemas.microsoft.com/office/drawing/2014/main" id="{939C8878-1768-A911-6BB9-E55B802A6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4035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20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Rectangle: Rounded Corners 203">
                <a:extLst>
                  <a:ext uri="{FF2B5EF4-FFF2-40B4-BE49-F238E27FC236}">
                    <a16:creationId xmlns:a16="http://schemas.microsoft.com/office/drawing/2014/main" id="{D3095F58-6864-3648-EB89-B33BF91E4483}"/>
                  </a:ext>
                </a:extLst>
              </p:cNvPr>
              <p:cNvSpPr/>
              <p:nvPr/>
            </p:nvSpPr>
            <p:spPr>
              <a:xfrm>
                <a:off x="2185372" y="3130598"/>
                <a:ext cx="1108616" cy="35444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8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</p:txBody>
          </p:sp>
        </mc:Choice>
        <mc:Fallback xmlns="">
          <p:sp>
            <p:nvSpPr>
              <p:cNvPr id="204" name="Rectangle: Rounded Corners 203">
                <a:extLst>
                  <a:ext uri="{FF2B5EF4-FFF2-40B4-BE49-F238E27FC236}">
                    <a16:creationId xmlns:a16="http://schemas.microsoft.com/office/drawing/2014/main" id="{D3095F58-6864-3648-EB89-B33BF91E44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372" y="3130598"/>
                <a:ext cx="1108616" cy="354440"/>
              </a:xfrm>
              <a:prstGeom prst="roundRect">
                <a:avLst/>
              </a:prstGeom>
              <a:blipFill>
                <a:blip r:embed="rId21"/>
                <a:stretch>
                  <a:fillRect b="-6557"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B34567E2-18C6-A0CB-5281-26E5729AD55C}"/>
              </a:ext>
            </a:extLst>
          </p:cNvPr>
          <p:cNvCxnSpPr>
            <a:cxnSpLocks/>
          </p:cNvCxnSpPr>
          <p:nvPr/>
        </p:nvCxnSpPr>
        <p:spPr>
          <a:xfrm>
            <a:off x="11877325" y="207419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1358BCF0-4157-5FCB-586B-91A1E6D8A143}"/>
              </a:ext>
            </a:extLst>
          </p:cNvPr>
          <p:cNvCxnSpPr>
            <a:cxnSpLocks/>
          </p:cNvCxnSpPr>
          <p:nvPr/>
        </p:nvCxnSpPr>
        <p:spPr>
          <a:xfrm>
            <a:off x="11877325" y="2822187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9A3B2EDD-3BAF-7983-183D-94C199D10434}"/>
              </a:ext>
            </a:extLst>
          </p:cNvPr>
          <p:cNvCxnSpPr>
            <a:cxnSpLocks/>
          </p:cNvCxnSpPr>
          <p:nvPr/>
        </p:nvCxnSpPr>
        <p:spPr>
          <a:xfrm>
            <a:off x="11877325" y="2448188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1008AD42-712B-A45C-1958-857069239952}"/>
              </a:ext>
            </a:extLst>
          </p:cNvPr>
          <p:cNvCxnSpPr>
            <a:cxnSpLocks/>
          </p:cNvCxnSpPr>
          <p:nvPr/>
        </p:nvCxnSpPr>
        <p:spPr>
          <a:xfrm>
            <a:off x="9824226" y="2071114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4631EA1A-EBAE-3AC7-2E69-369B196C846F}"/>
              </a:ext>
            </a:extLst>
          </p:cNvPr>
          <p:cNvCxnSpPr>
            <a:cxnSpLocks/>
          </p:cNvCxnSpPr>
          <p:nvPr/>
        </p:nvCxnSpPr>
        <p:spPr>
          <a:xfrm>
            <a:off x="9824226" y="2819111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AEE3E29-3CD9-2514-2E89-CF224AA64712}"/>
              </a:ext>
            </a:extLst>
          </p:cNvPr>
          <p:cNvCxnSpPr>
            <a:cxnSpLocks/>
          </p:cNvCxnSpPr>
          <p:nvPr/>
        </p:nvCxnSpPr>
        <p:spPr>
          <a:xfrm>
            <a:off x="7773155" y="2077458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ED7E4950-7AD1-E6B9-3FD5-DEC78EFD33A4}"/>
              </a:ext>
            </a:extLst>
          </p:cNvPr>
          <p:cNvCxnSpPr>
            <a:cxnSpLocks/>
          </p:cNvCxnSpPr>
          <p:nvPr/>
        </p:nvCxnSpPr>
        <p:spPr>
          <a:xfrm>
            <a:off x="7773155" y="2819105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5D1B770A-2B95-2AAB-E10A-32FBE8A97BDE}"/>
                  </a:ext>
                </a:extLst>
              </p:cNvPr>
              <p:cNvSpPr txBox="1"/>
              <p:nvPr/>
            </p:nvSpPr>
            <p:spPr>
              <a:xfrm>
                <a:off x="11972043" y="1866793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900" i="1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5D1B770A-2B95-2AAB-E10A-32FBE8A97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2043" y="1866793"/>
                <a:ext cx="304800" cy="2308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D3291440-CCFB-13C0-B5C3-10E8B38CB8D9}"/>
                  </a:ext>
                </a:extLst>
              </p:cNvPr>
              <p:cNvSpPr txBox="1"/>
              <p:nvPr/>
            </p:nvSpPr>
            <p:spPr>
              <a:xfrm>
                <a:off x="13870693" y="2610392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D3291440-CCFB-13C0-B5C3-10E8B38CB8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0693" y="2610392"/>
                <a:ext cx="304800" cy="2308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FF2E4387-C1CE-3901-A57A-A4B60E4DDA5D}"/>
                  </a:ext>
                </a:extLst>
              </p:cNvPr>
              <p:cNvSpPr txBox="1"/>
              <p:nvPr/>
            </p:nvSpPr>
            <p:spPr>
              <a:xfrm>
                <a:off x="13870693" y="2239010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FF2E4387-C1CE-3901-A57A-A4B60E4DDA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0693" y="2239010"/>
                <a:ext cx="304800" cy="2308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24A436F0-ED8F-7E4B-12DF-3767C5DCAC85}"/>
              </a:ext>
            </a:extLst>
          </p:cNvPr>
          <p:cNvCxnSpPr>
            <a:cxnSpLocks/>
          </p:cNvCxnSpPr>
          <p:nvPr/>
        </p:nvCxnSpPr>
        <p:spPr>
          <a:xfrm>
            <a:off x="13775975" y="207419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3AA5422E-B8F0-E458-A358-550775865BC5}"/>
              </a:ext>
            </a:extLst>
          </p:cNvPr>
          <p:cNvCxnSpPr>
            <a:cxnSpLocks/>
          </p:cNvCxnSpPr>
          <p:nvPr/>
        </p:nvCxnSpPr>
        <p:spPr>
          <a:xfrm>
            <a:off x="13775975" y="2822187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Arrow Connector 243">
            <a:extLst>
              <a:ext uri="{FF2B5EF4-FFF2-40B4-BE49-F238E27FC236}">
                <a16:creationId xmlns:a16="http://schemas.microsoft.com/office/drawing/2014/main" id="{EF140DAF-309B-4188-38F6-AC4BF71E7100}"/>
              </a:ext>
            </a:extLst>
          </p:cNvPr>
          <p:cNvCxnSpPr>
            <a:cxnSpLocks/>
          </p:cNvCxnSpPr>
          <p:nvPr/>
        </p:nvCxnSpPr>
        <p:spPr>
          <a:xfrm>
            <a:off x="13775975" y="2448188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B8264198-91CC-0A42-4B73-BB12DA912C43}"/>
                  </a:ext>
                </a:extLst>
              </p:cNvPr>
              <p:cNvSpPr txBox="1"/>
              <p:nvPr/>
            </p:nvSpPr>
            <p:spPr>
              <a:xfrm>
                <a:off x="13870693" y="1866793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B8264198-91CC-0A42-4B73-BB12DA912C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0693" y="1866793"/>
                <a:ext cx="304800" cy="2308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9" name="Group 248">
            <a:extLst>
              <a:ext uri="{FF2B5EF4-FFF2-40B4-BE49-F238E27FC236}">
                <a16:creationId xmlns:a16="http://schemas.microsoft.com/office/drawing/2014/main" id="{16F64BFA-9582-833F-6699-82A1AAC6C7A1}"/>
              </a:ext>
            </a:extLst>
          </p:cNvPr>
          <p:cNvGrpSpPr/>
          <p:nvPr/>
        </p:nvGrpSpPr>
        <p:grpSpPr>
          <a:xfrm>
            <a:off x="14425271" y="1812690"/>
            <a:ext cx="1288862" cy="1278000"/>
            <a:chOff x="30365779" y="3139413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250" name="Rectangle: Rounded Corners 249">
              <a:extLst>
                <a:ext uri="{FF2B5EF4-FFF2-40B4-BE49-F238E27FC236}">
                  <a16:creationId xmlns:a16="http://schemas.microsoft.com/office/drawing/2014/main" id="{430E42AA-770D-BD15-90F8-9480DFBC636C}"/>
                </a:ext>
              </a:extLst>
            </p:cNvPr>
            <p:cNvSpPr/>
            <p:nvPr/>
          </p:nvSpPr>
          <p:spPr>
            <a:xfrm>
              <a:off x="30365779" y="3139413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10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 Bridge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251" name="Picture 250">
              <a:extLst>
                <a:ext uri="{FF2B5EF4-FFF2-40B4-BE49-F238E27FC236}">
                  <a16:creationId xmlns:a16="http://schemas.microsoft.com/office/drawing/2014/main" id="{8C9DDA59-20E3-EE05-8998-E67CE884E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98" r="4330"/>
            <a:stretch>
              <a:fillRect/>
            </a:stretch>
          </p:blipFill>
          <p:spPr>
            <a:xfrm>
              <a:off x="30407609" y="4081707"/>
              <a:ext cx="2063191" cy="1503694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258" name="Oval 257">
            <a:extLst>
              <a:ext uri="{FF2B5EF4-FFF2-40B4-BE49-F238E27FC236}">
                <a16:creationId xmlns:a16="http://schemas.microsoft.com/office/drawing/2014/main" id="{20B38008-F9E9-2290-3B81-483C2545CC3E}"/>
              </a:ext>
            </a:extLst>
          </p:cNvPr>
          <p:cNvSpPr>
            <a:spLocks noChangeAspect="1"/>
          </p:cNvSpPr>
          <p:nvPr/>
        </p:nvSpPr>
        <p:spPr>
          <a:xfrm>
            <a:off x="17240678" y="1886171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1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  <a:endParaRPr lang="en-CA" sz="3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F10029D0-86C5-F9E2-429D-82D502848F1F}"/>
              </a:ext>
            </a:extLst>
          </p:cNvPr>
          <p:cNvCxnSpPr>
            <a:stCxn id="250" idx="3"/>
            <a:endCxn id="258" idx="2"/>
          </p:cNvCxnSpPr>
          <p:nvPr/>
        </p:nvCxnSpPr>
        <p:spPr>
          <a:xfrm>
            <a:off x="15714133" y="2451690"/>
            <a:ext cx="1526545" cy="1481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DC3F66B7-D934-02CF-908A-0A5398A41A3D}"/>
              </a:ext>
            </a:extLst>
          </p:cNvPr>
          <p:cNvCxnSpPr>
            <a:cxnSpLocks/>
          </p:cNvCxnSpPr>
          <p:nvPr/>
        </p:nvCxnSpPr>
        <p:spPr>
          <a:xfrm>
            <a:off x="15719083" y="2074191"/>
            <a:ext cx="1654517" cy="5434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0F9F0883-A4F5-0D5E-6AFA-D48125417783}"/>
              </a:ext>
            </a:extLst>
          </p:cNvPr>
          <p:cNvCxnSpPr>
            <a:cxnSpLocks/>
          </p:cNvCxnSpPr>
          <p:nvPr/>
        </p:nvCxnSpPr>
        <p:spPr>
          <a:xfrm>
            <a:off x="15719073" y="2821903"/>
            <a:ext cx="1660877" cy="70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6" name="Rectangle: Rounded Corners 275">
            <a:extLst>
              <a:ext uri="{FF2B5EF4-FFF2-40B4-BE49-F238E27FC236}">
                <a16:creationId xmlns:a16="http://schemas.microsoft.com/office/drawing/2014/main" id="{27F27654-1958-FAD9-B413-6B4BA6CC1964}"/>
              </a:ext>
            </a:extLst>
          </p:cNvPr>
          <p:cNvSpPr/>
          <p:nvPr/>
        </p:nvSpPr>
        <p:spPr>
          <a:xfrm>
            <a:off x="17199442" y="3039634"/>
            <a:ext cx="1220957" cy="3564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en-CA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</a:endParaRPr>
          </a:p>
          <a:p>
            <a:pPr algn="ctr"/>
            <a:r>
              <a:rPr lang="en-CA" sz="105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9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7" name="Rectangle: Rounded Corners 276">
                <a:extLst>
                  <a:ext uri="{FF2B5EF4-FFF2-40B4-BE49-F238E27FC236}">
                    <a16:creationId xmlns:a16="http://schemas.microsoft.com/office/drawing/2014/main" id="{40853BC1-BFBB-F672-45AF-9E3EAB48C8A1}"/>
                  </a:ext>
                </a:extLst>
              </p:cNvPr>
              <p:cNvSpPr/>
              <p:nvPr/>
            </p:nvSpPr>
            <p:spPr>
              <a:xfrm>
                <a:off x="17276678" y="3756183"/>
                <a:ext cx="1062000" cy="35640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105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 xmlns="">
          <p:sp>
            <p:nvSpPr>
              <p:cNvPr id="277" name="Rectangle: Rounded Corners 276">
                <a:extLst>
                  <a:ext uri="{FF2B5EF4-FFF2-40B4-BE49-F238E27FC236}">
                    <a16:creationId xmlns:a16="http://schemas.microsoft.com/office/drawing/2014/main" id="{40853BC1-BFBB-F672-45AF-9E3EAB48C8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76678" y="3756183"/>
                <a:ext cx="1062000" cy="356400"/>
              </a:xfrm>
              <a:prstGeom prst="roundRect">
                <a:avLst/>
              </a:prstGeom>
              <a:blipFill>
                <a:blip r:embed="rId27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8" name="Rectangle: Rounded Corners 277">
                <a:extLst>
                  <a:ext uri="{FF2B5EF4-FFF2-40B4-BE49-F238E27FC236}">
                    <a16:creationId xmlns:a16="http://schemas.microsoft.com/office/drawing/2014/main" id="{958DF313-46EB-F353-33A9-673A1D0C7711}"/>
                  </a:ext>
                </a:extLst>
              </p:cNvPr>
              <p:cNvSpPr/>
              <p:nvPr/>
            </p:nvSpPr>
            <p:spPr>
              <a:xfrm>
                <a:off x="16301325" y="4572111"/>
                <a:ext cx="1288862" cy="657915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CA" sz="9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en-US" sz="9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78" name="Rectangle: Rounded Corners 277">
                <a:extLst>
                  <a:ext uri="{FF2B5EF4-FFF2-40B4-BE49-F238E27FC236}">
                    <a16:creationId xmlns:a16="http://schemas.microsoft.com/office/drawing/2014/main" id="{958DF313-46EB-F353-33A9-673A1D0C77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1325" y="4572111"/>
                <a:ext cx="1288862" cy="657915"/>
              </a:xfrm>
              <a:prstGeom prst="roundRect">
                <a:avLst/>
              </a:prstGeom>
              <a:blipFill>
                <a:blip r:embed="rId28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7618F4E2-536C-6367-4854-095DBBF1E735}"/>
              </a:ext>
            </a:extLst>
          </p:cNvPr>
          <p:cNvCxnSpPr>
            <a:cxnSpLocks/>
            <a:stCxn id="276" idx="2"/>
            <a:endCxn id="277" idx="0"/>
          </p:cNvCxnSpPr>
          <p:nvPr/>
        </p:nvCxnSpPr>
        <p:spPr>
          <a:xfrm flipH="1">
            <a:off x="17807678" y="3396034"/>
            <a:ext cx="2243" cy="360149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: Elbow 280">
            <a:extLst>
              <a:ext uri="{FF2B5EF4-FFF2-40B4-BE49-F238E27FC236}">
                <a16:creationId xmlns:a16="http://schemas.microsoft.com/office/drawing/2014/main" id="{066A4642-03A5-2A51-98F9-8847A14361A6}"/>
              </a:ext>
            </a:extLst>
          </p:cNvPr>
          <p:cNvCxnSpPr>
            <a:cxnSpLocks/>
            <a:stCxn id="277" idx="1"/>
            <a:endCxn id="278" idx="0"/>
          </p:cNvCxnSpPr>
          <p:nvPr/>
        </p:nvCxnSpPr>
        <p:spPr>
          <a:xfrm rot="10800000" flipV="1">
            <a:off x="16945756" y="3934383"/>
            <a:ext cx="330922" cy="637728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: Elbow 281">
            <a:extLst>
              <a:ext uri="{FF2B5EF4-FFF2-40B4-BE49-F238E27FC236}">
                <a16:creationId xmlns:a16="http://schemas.microsoft.com/office/drawing/2014/main" id="{D6C267BD-1B91-E90F-FC38-83C7B9A30959}"/>
              </a:ext>
            </a:extLst>
          </p:cNvPr>
          <p:cNvCxnSpPr>
            <a:cxnSpLocks/>
            <a:stCxn id="277" idx="3"/>
            <a:endCxn id="302" idx="0"/>
          </p:cNvCxnSpPr>
          <p:nvPr/>
        </p:nvCxnSpPr>
        <p:spPr>
          <a:xfrm>
            <a:off x="18338678" y="3934383"/>
            <a:ext cx="353918" cy="634664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2" name="Rectangle: Rounded Corners 301">
                <a:extLst>
                  <a:ext uri="{FF2B5EF4-FFF2-40B4-BE49-F238E27FC236}">
                    <a16:creationId xmlns:a16="http://schemas.microsoft.com/office/drawing/2014/main" id="{D385BD47-8CC1-50F1-E0F0-A9842FA77A98}"/>
                  </a:ext>
                </a:extLst>
              </p:cNvPr>
              <p:cNvSpPr/>
              <p:nvPr/>
            </p:nvSpPr>
            <p:spPr>
              <a:xfrm>
                <a:off x="18048165" y="4569047"/>
                <a:ext cx="1288862" cy="657915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CA" sz="1400" b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CA" sz="9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a:rPr lang="en-US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t</m:t>
                          </m:r>
                        </m:den>
                      </m:f>
                    </m:oMath>
                  </m:oMathPara>
                </a14:m>
                <a:endParaRPr lang="en-US" sz="9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02" name="Rectangle: Rounded Corners 301">
                <a:extLst>
                  <a:ext uri="{FF2B5EF4-FFF2-40B4-BE49-F238E27FC236}">
                    <a16:creationId xmlns:a16="http://schemas.microsoft.com/office/drawing/2014/main" id="{D385BD47-8CC1-50F1-E0F0-A9842FA77A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48165" y="4569047"/>
                <a:ext cx="1288862" cy="657915"/>
              </a:xfrm>
              <a:prstGeom prst="roundRect">
                <a:avLst/>
              </a:prstGeom>
              <a:blipFill>
                <a:blip r:embed="rId29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F8529CAC-964F-A2CE-1341-C31C4E1ABB23}"/>
                  </a:ext>
                </a:extLst>
              </p:cNvPr>
              <p:cNvSpPr txBox="1"/>
              <p:nvPr/>
            </p:nvSpPr>
            <p:spPr>
              <a:xfrm>
                <a:off x="16245950" y="2610391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F8529CAC-964F-A2CE-1341-C31C4E1AB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45950" y="2610391"/>
                <a:ext cx="304800" cy="2308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FFEDBFB8-142D-7087-B5E8-86874E010253}"/>
                  </a:ext>
                </a:extLst>
              </p:cNvPr>
              <p:cNvSpPr txBox="1"/>
              <p:nvPr/>
            </p:nvSpPr>
            <p:spPr>
              <a:xfrm>
                <a:off x="16245950" y="2239010"/>
                <a:ext cx="304800" cy="231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FFEDBFB8-142D-7087-B5E8-86874E0102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45950" y="2239010"/>
                <a:ext cx="304800" cy="23173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CD607615-31EA-5DFE-7B71-ED5B4D847E5A}"/>
                  </a:ext>
                </a:extLst>
              </p:cNvPr>
              <p:cNvSpPr txBox="1"/>
              <p:nvPr/>
            </p:nvSpPr>
            <p:spPr>
              <a:xfrm>
                <a:off x="16245950" y="1866792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CD607615-31EA-5DFE-7B71-ED5B4D847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45950" y="1866792"/>
                <a:ext cx="304800" cy="2308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8076F3DF-1B08-A123-1EB2-9C82504C8428}"/>
              </a:ext>
            </a:extLst>
          </p:cNvPr>
          <p:cNvCxnSpPr>
            <a:cxnSpLocks/>
            <a:stCxn id="250" idx="2"/>
            <a:endCxn id="328" idx="0"/>
          </p:cNvCxnSpPr>
          <p:nvPr/>
        </p:nvCxnSpPr>
        <p:spPr>
          <a:xfrm>
            <a:off x="15069702" y="3090690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8" name="Rectangle: Rounded Corners 327">
                <a:extLst>
                  <a:ext uri="{FF2B5EF4-FFF2-40B4-BE49-F238E27FC236}">
                    <a16:creationId xmlns:a16="http://schemas.microsoft.com/office/drawing/2014/main" id="{DC250596-BBB9-7116-8CE0-9F446265F068}"/>
                  </a:ext>
                </a:extLst>
              </p:cNvPr>
              <p:cNvSpPr/>
              <p:nvPr/>
            </p:nvSpPr>
            <p:spPr>
              <a:xfrm>
                <a:off x="14369874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Clarke</a:t>
                </a: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28" name="Rectangle: Rounded Corners 327">
                <a:extLst>
                  <a:ext uri="{FF2B5EF4-FFF2-40B4-BE49-F238E27FC236}">
                    <a16:creationId xmlns:a16="http://schemas.microsoft.com/office/drawing/2014/main" id="{DC250596-BBB9-7116-8CE0-9F446265F0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69874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33"/>
                <a:stretch>
                  <a:fillRect r="-8584" b="-20755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A9EE24EC-0290-83F9-F1A6-C891EA44B546}"/>
              </a:ext>
            </a:extLst>
          </p:cNvPr>
          <p:cNvCxnSpPr>
            <a:cxnSpLocks/>
          </p:cNvCxnSpPr>
          <p:nvPr/>
        </p:nvCxnSpPr>
        <p:spPr>
          <a:xfrm>
            <a:off x="14698227" y="3093865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Arrow Connector 333">
            <a:extLst>
              <a:ext uri="{FF2B5EF4-FFF2-40B4-BE49-F238E27FC236}">
                <a16:creationId xmlns:a16="http://schemas.microsoft.com/office/drawing/2014/main" id="{D9E7C3BC-B92E-AA9B-FCC6-FE1315A3A36E}"/>
              </a:ext>
            </a:extLst>
          </p:cNvPr>
          <p:cNvCxnSpPr>
            <a:cxnSpLocks/>
          </p:cNvCxnSpPr>
          <p:nvPr/>
        </p:nvCxnSpPr>
        <p:spPr>
          <a:xfrm>
            <a:off x="15444352" y="3088988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E64D39B3-2F88-85D5-6515-EC452775E25A}"/>
                  </a:ext>
                </a:extLst>
              </p:cNvPr>
              <p:cNvSpPr txBox="1"/>
              <p:nvPr/>
            </p:nvSpPr>
            <p:spPr>
              <a:xfrm>
                <a:off x="14469984" y="3502758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E64D39B3-2F88-85D5-6515-EC452775E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69984" y="3502758"/>
                <a:ext cx="304800" cy="2308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449ED4D-F34D-698A-C02E-03DA26F7429C}"/>
                  </a:ext>
                </a:extLst>
              </p:cNvPr>
              <p:cNvSpPr txBox="1"/>
              <p:nvPr/>
            </p:nvSpPr>
            <p:spPr>
              <a:xfrm>
                <a:off x="14844633" y="3504815"/>
                <a:ext cx="304800" cy="231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449ED4D-F34D-698A-C02E-03DA26F742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44633" y="3504815"/>
                <a:ext cx="304800" cy="23173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01FDB514-40DF-64A5-E36B-9269D24F9187}"/>
                  </a:ext>
                </a:extLst>
              </p:cNvPr>
              <p:cNvSpPr txBox="1"/>
              <p:nvPr/>
            </p:nvSpPr>
            <p:spPr>
              <a:xfrm>
                <a:off x="15222102" y="3504637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01FDB514-40DF-64A5-E36B-9269D24F9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22102" y="3504637"/>
                <a:ext cx="304800" cy="2308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Rectangle: Rounded Corners 349">
                <a:extLst>
                  <a:ext uri="{FF2B5EF4-FFF2-40B4-BE49-F238E27FC236}">
                    <a16:creationId xmlns:a16="http://schemas.microsoft.com/office/drawing/2014/main" id="{5ED50C55-9337-A464-7463-3D7F987821D0}"/>
                  </a:ext>
                </a:extLst>
              </p:cNvPr>
              <p:cNvSpPr/>
              <p:nvPr/>
            </p:nvSpPr>
            <p:spPr>
              <a:xfrm>
                <a:off x="10472226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Park</a:t>
                </a:r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CA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0" name="Rectangle: Rounded Corners 349">
                <a:extLst>
                  <a:ext uri="{FF2B5EF4-FFF2-40B4-BE49-F238E27FC236}">
                    <a16:creationId xmlns:a16="http://schemas.microsoft.com/office/drawing/2014/main" id="{5ED50C55-9337-A464-7463-3D7F987821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226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37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6" name="Straight Arrow Connector 355">
            <a:extLst>
              <a:ext uri="{FF2B5EF4-FFF2-40B4-BE49-F238E27FC236}">
                <a16:creationId xmlns:a16="http://schemas.microsoft.com/office/drawing/2014/main" id="{C137458F-D7F6-2A49-10D6-EA5805EC9ACA}"/>
              </a:ext>
            </a:extLst>
          </p:cNvPr>
          <p:cNvCxnSpPr/>
          <p:nvPr/>
        </p:nvCxnSpPr>
        <p:spPr>
          <a:xfrm flipH="1">
            <a:off x="11866741" y="4521422"/>
            <a:ext cx="2497993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Arrow Connector 356">
            <a:extLst>
              <a:ext uri="{FF2B5EF4-FFF2-40B4-BE49-F238E27FC236}">
                <a16:creationId xmlns:a16="http://schemas.microsoft.com/office/drawing/2014/main" id="{76F9DE1E-207C-ACB5-0605-03C064A8D003}"/>
              </a:ext>
            </a:extLst>
          </p:cNvPr>
          <p:cNvCxnSpPr/>
          <p:nvPr/>
        </p:nvCxnSpPr>
        <p:spPr>
          <a:xfrm flipH="1">
            <a:off x="11872456" y="5270112"/>
            <a:ext cx="2497993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9" name="TextBox 358">
                <a:extLst>
                  <a:ext uri="{FF2B5EF4-FFF2-40B4-BE49-F238E27FC236}">
                    <a16:creationId xmlns:a16="http://schemas.microsoft.com/office/drawing/2014/main" id="{64F6887F-DAF2-338D-C9BC-1BE158636D64}"/>
                  </a:ext>
                </a:extLst>
              </p:cNvPr>
              <p:cNvSpPr txBox="1"/>
              <p:nvPr/>
            </p:nvSpPr>
            <p:spPr>
              <a:xfrm>
                <a:off x="12965907" y="4310839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59" name="TextBox 358">
                <a:extLst>
                  <a:ext uri="{FF2B5EF4-FFF2-40B4-BE49-F238E27FC236}">
                    <a16:creationId xmlns:a16="http://schemas.microsoft.com/office/drawing/2014/main" id="{64F6887F-DAF2-338D-C9BC-1BE158636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5907" y="4310839"/>
                <a:ext cx="304800" cy="230832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1" name="TextBox 360">
                <a:extLst>
                  <a:ext uri="{FF2B5EF4-FFF2-40B4-BE49-F238E27FC236}">
                    <a16:creationId xmlns:a16="http://schemas.microsoft.com/office/drawing/2014/main" id="{D3BAF20F-A397-B878-75A7-5B3E73670E21}"/>
                  </a:ext>
                </a:extLst>
              </p:cNvPr>
              <p:cNvSpPr txBox="1"/>
              <p:nvPr/>
            </p:nvSpPr>
            <p:spPr>
              <a:xfrm>
                <a:off x="12965907" y="5046726"/>
                <a:ext cx="304800" cy="2430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61" name="TextBox 360">
                <a:extLst>
                  <a:ext uri="{FF2B5EF4-FFF2-40B4-BE49-F238E27FC236}">
                    <a16:creationId xmlns:a16="http://schemas.microsoft.com/office/drawing/2014/main" id="{D3BAF20F-A397-B878-75A7-5B3E73670E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5907" y="5046726"/>
                <a:ext cx="304800" cy="243080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2" name="Straight Arrow Connector 361">
            <a:extLst>
              <a:ext uri="{FF2B5EF4-FFF2-40B4-BE49-F238E27FC236}">
                <a16:creationId xmlns:a16="http://schemas.microsoft.com/office/drawing/2014/main" id="{7A18F6CE-E48B-DCBF-894E-5BE4D5B192A8}"/>
              </a:ext>
            </a:extLst>
          </p:cNvPr>
          <p:cNvCxnSpPr>
            <a:cxnSpLocks/>
            <a:endCxn id="90" idx="4"/>
          </p:cNvCxnSpPr>
          <p:nvPr/>
        </p:nvCxnSpPr>
        <p:spPr>
          <a:xfrm rot="10800000">
            <a:off x="5701250" y="2159463"/>
            <a:ext cx="4764415" cy="2362333"/>
          </a:xfrm>
          <a:prstGeom prst="bentConnector2">
            <a:avLst/>
          </a:prstGeom>
          <a:ln cmpd="sng"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Arrow Connector 362">
            <a:extLst>
              <a:ext uri="{FF2B5EF4-FFF2-40B4-BE49-F238E27FC236}">
                <a16:creationId xmlns:a16="http://schemas.microsoft.com/office/drawing/2014/main" id="{C6F45FA7-0DA6-6109-DDF8-B86FD9658613}"/>
              </a:ext>
            </a:extLst>
          </p:cNvPr>
          <p:cNvCxnSpPr>
            <a:cxnSpLocks/>
            <a:endCxn id="102" idx="4"/>
          </p:cNvCxnSpPr>
          <p:nvPr/>
        </p:nvCxnSpPr>
        <p:spPr>
          <a:xfrm rot="10800000">
            <a:off x="5171614" y="2909458"/>
            <a:ext cx="5297554" cy="2360267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5" name="TextBox 364">
                <a:extLst>
                  <a:ext uri="{FF2B5EF4-FFF2-40B4-BE49-F238E27FC236}">
                    <a16:creationId xmlns:a16="http://schemas.microsoft.com/office/drawing/2014/main" id="{20962216-241D-59E4-149D-16DFCCE99554}"/>
                  </a:ext>
                </a:extLst>
              </p:cNvPr>
              <p:cNvSpPr txBox="1"/>
              <p:nvPr/>
            </p:nvSpPr>
            <p:spPr>
              <a:xfrm>
                <a:off x="9945581" y="4310839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65" name="TextBox 364">
                <a:extLst>
                  <a:ext uri="{FF2B5EF4-FFF2-40B4-BE49-F238E27FC236}">
                    <a16:creationId xmlns:a16="http://schemas.microsoft.com/office/drawing/2014/main" id="{20962216-241D-59E4-149D-16DFCCE99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5581" y="4310839"/>
                <a:ext cx="304800" cy="230832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B42E11D8-BE5D-D029-0DA0-F687D8DC2D66}"/>
                  </a:ext>
                </a:extLst>
              </p:cNvPr>
              <p:cNvSpPr txBox="1"/>
              <p:nvPr/>
            </p:nvSpPr>
            <p:spPr>
              <a:xfrm>
                <a:off x="9945581" y="5046726"/>
                <a:ext cx="304800" cy="2414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B42E11D8-BE5D-D029-0DA0-F687D8DC2D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5581" y="5046726"/>
                <a:ext cx="304800" cy="241476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3437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BDFE451-9839-FFFD-F25D-F5BBD801412D}"/>
                  </a:ext>
                </a:extLst>
              </p:cNvPr>
              <p:cNvSpPr txBox="1"/>
              <p:nvPr/>
            </p:nvSpPr>
            <p:spPr>
              <a:xfrm>
                <a:off x="11074310" y="187157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4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BDFE451-9839-FFFD-F25D-F5BBD80141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4310" y="1871576"/>
                <a:ext cx="304800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B3E3F47-0FD2-6065-0067-D6DD1154581B}"/>
                  </a:ext>
                </a:extLst>
              </p:cNvPr>
              <p:cNvSpPr txBox="1"/>
              <p:nvPr/>
            </p:nvSpPr>
            <p:spPr>
              <a:xfrm>
                <a:off x="11074310" y="1487495"/>
                <a:ext cx="304800" cy="3091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4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B3E3F47-0FD2-6065-0067-D6DD115458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4310" y="1487495"/>
                <a:ext cx="304800" cy="309124"/>
              </a:xfrm>
              <a:prstGeom prst="rect">
                <a:avLst/>
              </a:prstGeom>
              <a:blipFill>
                <a:blip r:embed="rId3"/>
                <a:stretch>
                  <a:fillRect r="-4000" b="-1961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E9F90DC-8987-E569-754E-7AC7ECBB7066}"/>
              </a:ext>
            </a:extLst>
          </p:cNvPr>
          <p:cNvCxnSpPr>
            <a:cxnSpLocks/>
          </p:cNvCxnSpPr>
          <p:nvPr/>
        </p:nvCxnSpPr>
        <p:spPr>
          <a:xfrm>
            <a:off x="10979592" y="1413165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18FD87D-E621-3D5E-B974-0F53449B4ED3}"/>
              </a:ext>
            </a:extLst>
          </p:cNvPr>
          <p:cNvCxnSpPr>
            <a:cxnSpLocks/>
          </p:cNvCxnSpPr>
          <p:nvPr/>
        </p:nvCxnSpPr>
        <p:spPr>
          <a:xfrm>
            <a:off x="10979592" y="2173862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EFC526-1190-3AB7-243B-3DE425F580E0}"/>
              </a:ext>
            </a:extLst>
          </p:cNvPr>
          <p:cNvCxnSpPr>
            <a:cxnSpLocks/>
          </p:cNvCxnSpPr>
          <p:nvPr/>
        </p:nvCxnSpPr>
        <p:spPr>
          <a:xfrm>
            <a:off x="10979592" y="178716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CAED1DB-7B4E-FA70-92F3-BD78C6D871E0}"/>
                  </a:ext>
                </a:extLst>
              </p:cNvPr>
              <p:cNvSpPr txBox="1"/>
              <p:nvPr/>
            </p:nvSpPr>
            <p:spPr>
              <a:xfrm>
                <a:off x="11074310" y="1115277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CAED1DB-7B4E-FA70-92F3-BD78C6D87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4310" y="1115277"/>
                <a:ext cx="30480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93323AD-BDAC-30E0-3792-C1ACD85790DC}"/>
                  </a:ext>
                </a:extLst>
              </p:cNvPr>
              <p:cNvSpPr txBox="1"/>
              <p:nvPr/>
            </p:nvSpPr>
            <p:spPr>
              <a:xfrm>
                <a:off x="12960231" y="1876275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93323AD-BDAC-30E0-3792-C1ACD85790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0231" y="1876275"/>
                <a:ext cx="304800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829D976-CFD4-B889-F33F-996F3602185E}"/>
                  </a:ext>
                </a:extLst>
              </p:cNvPr>
              <p:cNvSpPr txBox="1"/>
              <p:nvPr/>
            </p:nvSpPr>
            <p:spPr>
              <a:xfrm>
                <a:off x="12960231" y="1487430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829D976-CFD4-B889-F33F-996F360218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0231" y="1487430"/>
                <a:ext cx="304800" cy="307777"/>
              </a:xfrm>
              <a:prstGeom prst="rect">
                <a:avLst/>
              </a:prstGeom>
              <a:blipFill>
                <a:blip r:embed="rId6"/>
                <a:stretch>
                  <a:fillRect r="-8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973E29C-5678-F8AB-3DE2-DA12834F5F48}"/>
              </a:ext>
            </a:extLst>
          </p:cNvPr>
          <p:cNvCxnSpPr>
            <a:cxnSpLocks/>
          </p:cNvCxnSpPr>
          <p:nvPr/>
        </p:nvCxnSpPr>
        <p:spPr>
          <a:xfrm>
            <a:off x="12865513" y="1413102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3EC3F8C-8DA3-1793-14AC-56FB6AC421EB}"/>
              </a:ext>
            </a:extLst>
          </p:cNvPr>
          <p:cNvCxnSpPr>
            <a:cxnSpLocks/>
          </p:cNvCxnSpPr>
          <p:nvPr/>
        </p:nvCxnSpPr>
        <p:spPr>
          <a:xfrm>
            <a:off x="12865513" y="2173799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A0D0277-301B-C16B-0249-1359C5F21C1F}"/>
              </a:ext>
            </a:extLst>
          </p:cNvPr>
          <p:cNvCxnSpPr>
            <a:cxnSpLocks/>
          </p:cNvCxnSpPr>
          <p:nvPr/>
        </p:nvCxnSpPr>
        <p:spPr>
          <a:xfrm>
            <a:off x="12865513" y="178710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F527208-CE83-9CC8-0F15-13A809D22C71}"/>
                  </a:ext>
                </a:extLst>
              </p:cNvPr>
              <p:cNvSpPr txBox="1"/>
              <p:nvPr/>
            </p:nvSpPr>
            <p:spPr>
              <a:xfrm>
                <a:off x="12960231" y="111521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F527208-CE83-9CC8-0F15-13A809D22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0231" y="1115213"/>
                <a:ext cx="304800" cy="307777"/>
              </a:xfrm>
              <a:prstGeom prst="rect">
                <a:avLst/>
              </a:prstGeom>
              <a:blipFill>
                <a:blip r:embed="rId7"/>
                <a:stretch>
                  <a:fillRect r="-4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Oval 57">
            <a:extLst>
              <a:ext uri="{FF2B5EF4-FFF2-40B4-BE49-F238E27FC236}">
                <a16:creationId xmlns:a16="http://schemas.microsoft.com/office/drawing/2014/main" id="{8C220D67-50CF-9A97-B5D8-0EDF5C7C5878}"/>
              </a:ext>
            </a:extLst>
          </p:cNvPr>
          <p:cNvSpPr>
            <a:spLocks noChangeAspect="1"/>
          </p:cNvSpPr>
          <p:nvPr/>
        </p:nvSpPr>
        <p:spPr>
          <a:xfrm>
            <a:off x="16271084" y="1221583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  <a:endParaRPr lang="en-CA" sz="3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778F81B-D88E-C816-B1ED-0FC7FA51F03D}"/>
              </a:ext>
            </a:extLst>
          </p:cNvPr>
          <p:cNvCxnSpPr>
            <a:cxnSpLocks/>
            <a:endCxn id="58" idx="2"/>
          </p:cNvCxnSpPr>
          <p:nvPr/>
        </p:nvCxnSpPr>
        <p:spPr>
          <a:xfrm>
            <a:off x="14744539" y="1787102"/>
            <a:ext cx="1526545" cy="1481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E2AC991-1E43-9BC5-DE83-F7D0C8118736}"/>
              </a:ext>
            </a:extLst>
          </p:cNvPr>
          <p:cNvCxnSpPr>
            <a:cxnSpLocks/>
          </p:cNvCxnSpPr>
          <p:nvPr/>
        </p:nvCxnSpPr>
        <p:spPr>
          <a:xfrm>
            <a:off x="14749489" y="1409603"/>
            <a:ext cx="1654517" cy="5434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015D3E5-6C3F-06C8-CCBA-56702FEF2F58}"/>
              </a:ext>
            </a:extLst>
          </p:cNvPr>
          <p:cNvCxnSpPr>
            <a:cxnSpLocks/>
          </p:cNvCxnSpPr>
          <p:nvPr/>
        </p:nvCxnSpPr>
        <p:spPr>
          <a:xfrm>
            <a:off x="14749479" y="2157315"/>
            <a:ext cx="1660877" cy="70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CF6368D6-3F24-A703-3AFB-F5F085D84E79}"/>
              </a:ext>
            </a:extLst>
          </p:cNvPr>
          <p:cNvSpPr/>
          <p:nvPr/>
        </p:nvSpPr>
        <p:spPr>
          <a:xfrm>
            <a:off x="15974179" y="2375045"/>
            <a:ext cx="1720161" cy="54861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14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9AE10280-1EC7-1238-A8B9-006F1215771C}"/>
                  </a:ext>
                </a:extLst>
              </p:cNvPr>
              <p:cNvSpPr/>
              <p:nvPr/>
            </p:nvSpPr>
            <p:spPr>
              <a:xfrm>
                <a:off x="15974177" y="3342372"/>
                <a:ext cx="1720161" cy="548618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1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 xmlns=""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9AE10280-1EC7-1238-A8B9-006F121577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74177" y="3342372"/>
                <a:ext cx="1720161" cy="548618"/>
              </a:xfrm>
              <a:prstGeom prst="roundRect">
                <a:avLst/>
              </a:prstGeom>
              <a:blipFill>
                <a:blip r:embed="rId8"/>
                <a:stretch>
                  <a:fillRect b="-6452"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9FC05BC8-2172-47A6-5D2D-7377AE1E6A9A}"/>
                  </a:ext>
                </a:extLst>
              </p:cNvPr>
              <p:cNvSpPr/>
              <p:nvPr/>
            </p:nvSpPr>
            <p:spPr>
              <a:xfrm>
                <a:off x="15974178" y="4309700"/>
                <a:ext cx="1720161" cy="548618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9FC05BC8-2172-47A6-5D2D-7377AE1E6A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74178" y="4309700"/>
                <a:ext cx="1720161" cy="548618"/>
              </a:xfrm>
              <a:prstGeom prst="roundRect">
                <a:avLst/>
              </a:prstGeom>
              <a:blipFill>
                <a:blip r:embed="rId9"/>
                <a:stretch>
                  <a:fillRect b="-645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1C84F3D-D834-73FB-BC01-FBDE05687AFA}"/>
              </a:ext>
            </a:extLst>
          </p:cNvPr>
          <p:cNvCxnSpPr>
            <a:cxnSpLocks/>
            <a:stCxn id="62" idx="2"/>
            <a:endCxn id="63" idx="0"/>
          </p:cNvCxnSpPr>
          <p:nvPr/>
        </p:nvCxnSpPr>
        <p:spPr>
          <a:xfrm flipH="1">
            <a:off x="16834258" y="2923662"/>
            <a:ext cx="2" cy="41871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9EFDBFE4-E150-DD87-9D13-C9B88334697D}"/>
                  </a:ext>
                </a:extLst>
              </p:cNvPr>
              <p:cNvSpPr txBox="1"/>
              <p:nvPr/>
            </p:nvSpPr>
            <p:spPr>
              <a:xfrm>
                <a:off x="15276356" y="1860075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9EFDBFE4-E150-DD87-9D13-C9B8833469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6356" y="1860075"/>
                <a:ext cx="30480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8AF26AEA-2423-ECDC-05F3-9301A73BBC77}"/>
                  </a:ext>
                </a:extLst>
              </p:cNvPr>
              <p:cNvSpPr txBox="1"/>
              <p:nvPr/>
            </p:nvSpPr>
            <p:spPr>
              <a:xfrm>
                <a:off x="15276356" y="148869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8AF26AEA-2423-ECDC-05F3-9301A73BBC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6356" y="1488694"/>
                <a:ext cx="304800" cy="307777"/>
              </a:xfrm>
              <a:prstGeom prst="rect">
                <a:avLst/>
              </a:prstGeom>
              <a:blipFill>
                <a:blip r:embed="rId11"/>
                <a:stretch>
                  <a:fillRect r="-2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14E5489B-AFC9-D6C9-A525-293DEADAEE79}"/>
                  </a:ext>
                </a:extLst>
              </p:cNvPr>
              <p:cNvSpPr txBox="1"/>
              <p:nvPr/>
            </p:nvSpPr>
            <p:spPr>
              <a:xfrm>
                <a:off x="15276356" y="111647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14E5489B-AFC9-D6C9-A525-293DEADAEE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6356" y="1116476"/>
                <a:ext cx="304800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61A0E80-7B83-290C-D930-EBE748FC11A1}"/>
              </a:ext>
            </a:extLst>
          </p:cNvPr>
          <p:cNvCxnSpPr>
            <a:cxnSpLocks/>
          </p:cNvCxnSpPr>
          <p:nvPr/>
        </p:nvCxnSpPr>
        <p:spPr>
          <a:xfrm>
            <a:off x="14128932" y="2407891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A13FE3F-71B2-66AB-086C-0E739BCDAB7F}"/>
              </a:ext>
            </a:extLst>
          </p:cNvPr>
          <p:cNvCxnSpPr>
            <a:cxnSpLocks/>
          </p:cNvCxnSpPr>
          <p:nvPr/>
        </p:nvCxnSpPr>
        <p:spPr>
          <a:xfrm>
            <a:off x="13757457" y="2411066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BF9A0F2-F199-7A80-7DB8-D596C81B21A4}"/>
              </a:ext>
            </a:extLst>
          </p:cNvPr>
          <p:cNvCxnSpPr>
            <a:cxnSpLocks/>
          </p:cNvCxnSpPr>
          <p:nvPr/>
        </p:nvCxnSpPr>
        <p:spPr>
          <a:xfrm>
            <a:off x="14503582" y="2406189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FA48348-CA0D-A5D6-5065-92F44A379399}"/>
                  </a:ext>
                </a:extLst>
              </p:cNvPr>
              <p:cNvSpPr txBox="1"/>
              <p:nvPr/>
            </p:nvSpPr>
            <p:spPr>
              <a:xfrm>
                <a:off x="13513339" y="2819959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FA48348-CA0D-A5D6-5065-92F44A379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339" y="2819959"/>
                <a:ext cx="304800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9C995B9-80E2-829A-BE5D-BBEEDEFB8146}"/>
                  </a:ext>
                </a:extLst>
              </p:cNvPr>
              <p:cNvSpPr txBox="1"/>
              <p:nvPr/>
            </p:nvSpPr>
            <p:spPr>
              <a:xfrm>
                <a:off x="13887988" y="282201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9C995B9-80E2-829A-BE5D-BBEEDEFB8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87988" y="2822016"/>
                <a:ext cx="304800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DB6BE53-AF40-DC13-B811-C800FE999F05}"/>
                  </a:ext>
                </a:extLst>
              </p:cNvPr>
              <p:cNvSpPr txBox="1"/>
              <p:nvPr/>
            </p:nvSpPr>
            <p:spPr>
              <a:xfrm>
                <a:off x="14265457" y="2821838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DB6BE53-AF40-DC13-B811-C800FE999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65457" y="2821838"/>
                <a:ext cx="304800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44F634DB-A780-4B04-CB0F-D71DF45B8C19}"/>
                  </a:ext>
                </a:extLst>
              </p:cNvPr>
              <p:cNvSpPr txBox="1"/>
              <p:nvPr/>
            </p:nvSpPr>
            <p:spPr>
              <a:xfrm>
                <a:off x="7292332" y="352258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44F634DB-A780-4B04-CB0F-D71DF45B8C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3522583"/>
                <a:ext cx="304800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C4B0550-9F66-3AE6-96A7-FC81C44C7784}"/>
                  </a:ext>
                </a:extLst>
              </p:cNvPr>
              <p:cNvSpPr txBox="1"/>
              <p:nvPr/>
            </p:nvSpPr>
            <p:spPr>
              <a:xfrm>
                <a:off x="7292332" y="4241350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C4B0550-9F66-3AE6-96A7-FC81C44C7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4241350"/>
                <a:ext cx="304800" cy="32438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B4677F72-73BF-6C82-69F1-359AFD66CBF2}"/>
              </a:ext>
            </a:extLst>
          </p:cNvPr>
          <p:cNvSpPr>
            <a:spLocks noChangeAspect="1"/>
          </p:cNvSpPr>
          <p:nvPr/>
        </p:nvSpPr>
        <p:spPr>
          <a:xfrm>
            <a:off x="9748549" y="11749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Inverse Clarke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 →</a:t>
            </a:r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abc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E9A23ADF-0B78-C5AC-925A-E664992EC5FE}"/>
              </a:ext>
            </a:extLst>
          </p:cNvPr>
          <p:cNvSpPr>
            <a:spLocks noChangeAspect="1"/>
          </p:cNvSpPr>
          <p:nvPr/>
        </p:nvSpPr>
        <p:spPr>
          <a:xfrm>
            <a:off x="11632542" y="11749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89B4344-44B1-7B7B-6582-107B59ACA215}"/>
              </a:ext>
            </a:extLst>
          </p:cNvPr>
          <p:cNvGrpSpPr/>
          <p:nvPr/>
        </p:nvGrpSpPr>
        <p:grpSpPr>
          <a:xfrm>
            <a:off x="13513339" y="1174989"/>
            <a:ext cx="1231200" cy="1231200"/>
            <a:chOff x="30365779" y="3139413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102" name="Rectangle: Rounded Corners 101">
              <a:extLst>
                <a:ext uri="{FF2B5EF4-FFF2-40B4-BE49-F238E27FC236}">
                  <a16:creationId xmlns:a16="http://schemas.microsoft.com/office/drawing/2014/main" id="{9B1082D1-6CDD-9B18-C7DD-8265702DAFCC}"/>
                </a:ext>
              </a:extLst>
            </p:cNvPr>
            <p:cNvSpPr/>
            <p:nvPr/>
          </p:nvSpPr>
          <p:spPr>
            <a:xfrm>
              <a:off x="30365779" y="3139413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554567E-38EA-F25D-5AD3-FD5BD2ADF5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98" r="4330"/>
            <a:stretch>
              <a:fillRect/>
            </a:stretch>
          </p:blipFill>
          <p:spPr>
            <a:xfrm>
              <a:off x="30407609" y="4081707"/>
              <a:ext cx="2063191" cy="1503694"/>
            </a:xfrm>
            <a:prstGeom prst="rect">
              <a:avLst/>
            </a:prstGeom>
            <a:grpFill/>
            <a:ln>
              <a:noFill/>
            </a:ln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6AD3431-F0EF-38E0-E861-D875E9DB74FF}"/>
                  </a:ext>
                </a:extLst>
              </p:cNvPr>
              <p:cNvSpPr txBox="1"/>
              <p:nvPr/>
            </p:nvSpPr>
            <p:spPr>
              <a:xfrm>
                <a:off x="9181457" y="111078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4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6AD3431-F0EF-38E0-E861-D875E9DB74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1457" y="1110784"/>
                <a:ext cx="304800" cy="307777"/>
              </a:xfrm>
              <a:prstGeom prst="rect">
                <a:avLst/>
              </a:prstGeom>
              <a:blipFill>
                <a:blip r:embed="rId19"/>
                <a:stretch>
                  <a:fillRect r="-6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CC12389-8864-F569-77A6-612A551E7258}"/>
                  </a:ext>
                </a:extLst>
              </p:cNvPr>
              <p:cNvSpPr txBox="1"/>
              <p:nvPr/>
            </p:nvSpPr>
            <p:spPr>
              <a:xfrm>
                <a:off x="9181457" y="1843491"/>
                <a:ext cx="304800" cy="33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CC12389-8864-F569-77A6-612A551E7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1457" y="1843491"/>
                <a:ext cx="304800" cy="335733"/>
              </a:xfrm>
              <a:prstGeom prst="rect">
                <a:avLst/>
              </a:prstGeom>
              <a:blipFill>
                <a:blip r:embed="rId20"/>
                <a:stretch>
                  <a:fillRect r="-8000" b="-545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65B0FBD1-1A7D-EE83-1661-07565DE1615F}"/>
              </a:ext>
            </a:extLst>
          </p:cNvPr>
          <p:cNvCxnSpPr>
            <a:cxnSpLocks/>
          </p:cNvCxnSpPr>
          <p:nvPr/>
        </p:nvCxnSpPr>
        <p:spPr>
          <a:xfrm>
            <a:off x="9097101" y="141249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301AAC26-BA08-6E21-C04E-AB274846DD36}"/>
              </a:ext>
            </a:extLst>
          </p:cNvPr>
          <p:cNvCxnSpPr>
            <a:cxnSpLocks/>
          </p:cNvCxnSpPr>
          <p:nvPr/>
        </p:nvCxnSpPr>
        <p:spPr>
          <a:xfrm>
            <a:off x="9097101" y="217319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249278D5-3A21-D694-1293-4B0578EA938E}"/>
              </a:ext>
            </a:extLst>
          </p:cNvPr>
          <p:cNvSpPr>
            <a:spLocks noChangeAspect="1"/>
          </p:cNvSpPr>
          <p:nvPr/>
        </p:nvSpPr>
        <p:spPr>
          <a:xfrm>
            <a:off x="7860787" y="11749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Inverse Park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dq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B91F3F81-9B49-BFAE-3D76-DFB84D06DEE1}"/>
              </a:ext>
            </a:extLst>
          </p:cNvPr>
          <p:cNvCxnSpPr>
            <a:cxnSpLocks/>
          </p:cNvCxnSpPr>
          <p:nvPr/>
        </p:nvCxnSpPr>
        <p:spPr>
          <a:xfrm flipH="1">
            <a:off x="11141936" y="3822740"/>
            <a:ext cx="2361081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3374864-25AC-40E1-D491-4654C3698172}"/>
              </a:ext>
            </a:extLst>
          </p:cNvPr>
          <p:cNvCxnSpPr>
            <a:cxnSpLocks/>
          </p:cNvCxnSpPr>
          <p:nvPr/>
        </p:nvCxnSpPr>
        <p:spPr>
          <a:xfrm flipH="1">
            <a:off x="11139555" y="4556187"/>
            <a:ext cx="2363621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528229A5-90A8-8C9D-BA8F-4A3FFAFF15DB}"/>
                  </a:ext>
                </a:extLst>
              </p:cNvPr>
              <p:cNvSpPr txBox="1"/>
              <p:nvPr/>
            </p:nvSpPr>
            <p:spPr>
              <a:xfrm>
                <a:off x="12182772" y="352325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528229A5-90A8-8C9D-BA8F-4A3FFAFF15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2772" y="3523253"/>
                <a:ext cx="304800" cy="30777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DE73AA42-3F59-F387-58DD-97566C67D03F}"/>
                  </a:ext>
                </a:extLst>
              </p:cNvPr>
              <p:cNvSpPr txBox="1"/>
              <p:nvPr/>
            </p:nvSpPr>
            <p:spPr>
              <a:xfrm>
                <a:off x="12187534" y="4239137"/>
                <a:ext cx="304800" cy="326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DE73AA42-3F59-F387-58DD-97566C67D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7534" y="4239137"/>
                <a:ext cx="304800" cy="326949"/>
              </a:xfrm>
              <a:prstGeom prst="rect">
                <a:avLst/>
              </a:prstGeom>
              <a:blipFill>
                <a:blip r:embed="rId22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91AB53-EC21-7CE6-1B56-E7741565953F}"/>
              </a:ext>
            </a:extLst>
          </p:cNvPr>
          <p:cNvCxnSpPr>
            <a:stCxn id="63" idx="2"/>
            <a:endCxn id="64" idx="0"/>
          </p:cNvCxnSpPr>
          <p:nvPr/>
        </p:nvCxnSpPr>
        <p:spPr>
          <a:xfrm>
            <a:off x="16834258" y="3890990"/>
            <a:ext cx="1" cy="41871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0A140CFC-A511-65AC-7E44-CDCE0938D580}"/>
              </a:ext>
            </a:extLst>
          </p:cNvPr>
          <p:cNvSpPr/>
          <p:nvPr/>
        </p:nvSpPr>
        <p:spPr>
          <a:xfrm>
            <a:off x="5793605" y="1200160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 Controller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B5F3CDE1-66F7-7535-ECAC-803B9C7BAC7C}"/>
              </a:ext>
            </a:extLst>
          </p:cNvPr>
          <p:cNvSpPr/>
          <p:nvPr/>
        </p:nvSpPr>
        <p:spPr>
          <a:xfrm>
            <a:off x="5793605" y="1930782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 Controller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DE9192D8-A5F1-34BB-4891-DCA8CAFF9432}"/>
                  </a:ext>
                </a:extLst>
              </p:cNvPr>
              <p:cNvSpPr txBox="1"/>
              <p:nvPr/>
            </p:nvSpPr>
            <p:spPr>
              <a:xfrm>
                <a:off x="7292332" y="111078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DE9192D8-A5F1-34BB-4891-DCA8CAFF9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1110784"/>
                <a:ext cx="304800" cy="307777"/>
              </a:xfrm>
              <a:prstGeom prst="rect">
                <a:avLst/>
              </a:prstGeom>
              <a:blipFill>
                <a:blip r:embed="rId23"/>
                <a:stretch>
                  <a:fillRect r="-4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1DBB2B5-D36A-652C-70A5-852F0397F15C}"/>
                  </a:ext>
                </a:extLst>
              </p:cNvPr>
              <p:cNvSpPr txBox="1"/>
              <p:nvPr/>
            </p:nvSpPr>
            <p:spPr>
              <a:xfrm>
                <a:off x="7292332" y="1823649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1DBB2B5-D36A-652C-70A5-852F0397F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1823649"/>
                <a:ext cx="304800" cy="32438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7677BFD-5778-2AD9-4E54-B8EA3560AADD}"/>
              </a:ext>
            </a:extLst>
          </p:cNvPr>
          <p:cNvCxnSpPr>
            <a:cxnSpLocks/>
          </p:cNvCxnSpPr>
          <p:nvPr/>
        </p:nvCxnSpPr>
        <p:spPr>
          <a:xfrm>
            <a:off x="7207976" y="141249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6EA55729-B720-0CB7-A503-3FFEF2D56B3F}"/>
              </a:ext>
            </a:extLst>
          </p:cNvPr>
          <p:cNvCxnSpPr>
            <a:cxnSpLocks/>
          </p:cNvCxnSpPr>
          <p:nvPr/>
        </p:nvCxnSpPr>
        <p:spPr>
          <a:xfrm>
            <a:off x="7207976" y="214382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Rectangle: Rounded Corners 140">
                <a:extLst>
                  <a:ext uri="{FF2B5EF4-FFF2-40B4-BE49-F238E27FC236}">
                    <a16:creationId xmlns:a16="http://schemas.microsoft.com/office/drawing/2014/main" id="{742D2B03-1F23-9669-2D1E-CE9D366348C3}"/>
                  </a:ext>
                </a:extLst>
              </p:cNvPr>
              <p:cNvSpPr/>
              <p:nvPr/>
            </p:nvSpPr>
            <p:spPr>
              <a:xfrm>
                <a:off x="7860787" y="2778326"/>
                <a:ext cx="1231364" cy="42480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1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41" name="Rectangle: Rounded Corners 140">
                <a:extLst>
                  <a:ext uri="{FF2B5EF4-FFF2-40B4-BE49-F238E27FC236}">
                    <a16:creationId xmlns:a16="http://schemas.microsoft.com/office/drawing/2014/main" id="{742D2B03-1F23-9669-2D1E-CE9D366348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0787" y="2778326"/>
                <a:ext cx="1231364" cy="424802"/>
              </a:xfrm>
              <a:prstGeom prst="roundRect">
                <a:avLst/>
              </a:prstGeom>
              <a:blipFill>
                <a:blip r:embed="rId25"/>
                <a:stretch>
                  <a:fillRect b="-972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3ED93ABE-34DB-60BD-0881-E5CE40AB83AB}"/>
              </a:ext>
            </a:extLst>
          </p:cNvPr>
          <p:cNvCxnSpPr>
            <a:stCxn id="141" idx="0"/>
            <a:endCxn id="96" idx="2"/>
          </p:cNvCxnSpPr>
          <p:nvPr/>
        </p:nvCxnSpPr>
        <p:spPr>
          <a:xfrm flipV="1">
            <a:off x="8476469" y="2406353"/>
            <a:ext cx="0" cy="37197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DA1019A9-2D4F-511A-761B-48D022936F52}"/>
                  </a:ext>
                </a:extLst>
              </p:cNvPr>
              <p:cNvSpPr/>
              <p:nvPr/>
            </p:nvSpPr>
            <p:spPr>
              <a:xfrm>
                <a:off x="9908556" y="5174349"/>
                <a:ext cx="1231364" cy="42480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1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 xmlns="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DA1019A9-2D4F-511A-761B-48D022936F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556" y="5174349"/>
                <a:ext cx="1231364" cy="424802"/>
              </a:xfrm>
              <a:prstGeom prst="roundRect">
                <a:avLst/>
              </a:prstGeom>
              <a:blipFill>
                <a:blip r:embed="rId25"/>
                <a:stretch>
                  <a:fillRect b="-972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5ECB1BDD-9D41-C99D-1BDC-E7491586497D}"/>
              </a:ext>
            </a:extLst>
          </p:cNvPr>
          <p:cNvCxnSpPr>
            <a:stCxn id="145" idx="0"/>
          </p:cNvCxnSpPr>
          <p:nvPr/>
        </p:nvCxnSpPr>
        <p:spPr>
          <a:xfrm flipV="1">
            <a:off x="10524238" y="4802376"/>
            <a:ext cx="0" cy="37197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17961D1E-37EF-54E7-4FB2-232A69AA401C}"/>
              </a:ext>
            </a:extLst>
          </p:cNvPr>
          <p:cNvSpPr>
            <a:spLocks noChangeAspect="1"/>
          </p:cNvSpPr>
          <p:nvPr/>
        </p:nvSpPr>
        <p:spPr>
          <a:xfrm>
            <a:off x="13513339" y="3578553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Clarke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abc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F47238B4-2A10-4554-DE0A-2E422D35DF69}"/>
              </a:ext>
            </a:extLst>
          </p:cNvPr>
          <p:cNvSpPr>
            <a:spLocks noChangeAspect="1"/>
          </p:cNvSpPr>
          <p:nvPr/>
        </p:nvSpPr>
        <p:spPr>
          <a:xfrm>
            <a:off x="5017947" y="1286211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0DAA87F-9EE7-A9A1-E820-C947D9E52EAC}"/>
              </a:ext>
            </a:extLst>
          </p:cNvPr>
          <p:cNvSpPr txBox="1"/>
          <p:nvPr/>
        </p:nvSpPr>
        <p:spPr>
          <a:xfrm>
            <a:off x="4822555" y="1086142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F7236E9-0115-DE49-32E6-D9925423328A}"/>
              </a:ext>
            </a:extLst>
          </p:cNvPr>
          <p:cNvSpPr txBox="1"/>
          <p:nvPr/>
        </p:nvSpPr>
        <p:spPr>
          <a:xfrm>
            <a:off x="5196669" y="1351490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C997BBB3-9383-64EF-9FA9-27AC2ABBDF8E}"/>
              </a:ext>
            </a:extLst>
          </p:cNvPr>
          <p:cNvSpPr>
            <a:spLocks noChangeAspect="1"/>
          </p:cNvSpPr>
          <p:nvPr/>
        </p:nvSpPr>
        <p:spPr>
          <a:xfrm>
            <a:off x="4153929" y="2017182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53E67075-02A2-7A76-33B9-ADA2A7D0738E}"/>
              </a:ext>
            </a:extLst>
          </p:cNvPr>
          <p:cNvSpPr txBox="1"/>
          <p:nvPr/>
        </p:nvSpPr>
        <p:spPr>
          <a:xfrm>
            <a:off x="3940868" y="1847121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8D3B1A68-0757-97AB-86FE-295CA388AF45}"/>
              </a:ext>
            </a:extLst>
          </p:cNvPr>
          <p:cNvSpPr txBox="1"/>
          <p:nvPr/>
        </p:nvSpPr>
        <p:spPr>
          <a:xfrm>
            <a:off x="4326280" y="2067635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0992CBC5-F175-D5DF-B6D2-2818E334296E}"/>
              </a:ext>
            </a:extLst>
          </p:cNvPr>
          <p:cNvCxnSpPr>
            <a:stCxn id="172" idx="6"/>
            <a:endCxn id="132" idx="1"/>
          </p:cNvCxnSpPr>
          <p:nvPr/>
        </p:nvCxnSpPr>
        <p:spPr>
          <a:xfrm>
            <a:off x="4406379" y="2143182"/>
            <a:ext cx="1387226" cy="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55B85A1B-CE18-A933-EE99-B698A5B6E008}"/>
              </a:ext>
            </a:extLst>
          </p:cNvPr>
          <p:cNvCxnSpPr>
            <a:stCxn id="164" idx="6"/>
            <a:endCxn id="130" idx="1"/>
          </p:cNvCxnSpPr>
          <p:nvPr/>
        </p:nvCxnSpPr>
        <p:spPr>
          <a:xfrm>
            <a:off x="5270397" y="1412211"/>
            <a:ext cx="523208" cy="3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2BDF6C84-786F-17DB-DA5A-02132EFADD5E}"/>
              </a:ext>
            </a:extLst>
          </p:cNvPr>
          <p:cNvCxnSpPr>
            <a:cxnSpLocks/>
            <a:endCxn id="164" idx="4"/>
          </p:cNvCxnSpPr>
          <p:nvPr/>
        </p:nvCxnSpPr>
        <p:spPr>
          <a:xfrm rot="10800000">
            <a:off x="5144172" y="1538212"/>
            <a:ext cx="4768124" cy="2284529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A3199E7F-4F31-8532-B538-0F8437D1525C}"/>
              </a:ext>
            </a:extLst>
          </p:cNvPr>
          <p:cNvCxnSpPr>
            <a:cxnSpLocks/>
            <a:endCxn id="172" idx="4"/>
          </p:cNvCxnSpPr>
          <p:nvPr/>
        </p:nvCxnSpPr>
        <p:spPr>
          <a:xfrm rot="10800000">
            <a:off x="4280154" y="2269183"/>
            <a:ext cx="5626386" cy="228700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: Rounded Corners 160">
            <a:extLst>
              <a:ext uri="{FF2B5EF4-FFF2-40B4-BE49-F238E27FC236}">
                <a16:creationId xmlns:a16="http://schemas.microsoft.com/office/drawing/2014/main" id="{E80EA663-04E1-A6F5-830B-C5D4E757B494}"/>
              </a:ext>
            </a:extLst>
          </p:cNvPr>
          <p:cNvSpPr>
            <a:spLocks noChangeAspect="1"/>
          </p:cNvSpPr>
          <p:nvPr/>
        </p:nvSpPr>
        <p:spPr>
          <a:xfrm>
            <a:off x="9908556" y="3578553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Park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CA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dq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A2E2BC6F-DA8A-9C13-E9EF-D2718D240808}"/>
              </a:ext>
            </a:extLst>
          </p:cNvPr>
          <p:cNvCxnSpPr>
            <a:cxnSpLocks/>
            <a:endCxn id="172" idx="2"/>
          </p:cNvCxnSpPr>
          <p:nvPr/>
        </p:nvCxnSpPr>
        <p:spPr>
          <a:xfrm>
            <a:off x="3485293" y="2143182"/>
            <a:ext cx="6686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E5CC4987-2591-D835-7310-272D7507F411}"/>
              </a:ext>
            </a:extLst>
          </p:cNvPr>
          <p:cNvCxnSpPr>
            <a:cxnSpLocks/>
            <a:endCxn id="164" idx="2"/>
          </p:cNvCxnSpPr>
          <p:nvPr/>
        </p:nvCxnSpPr>
        <p:spPr>
          <a:xfrm>
            <a:off x="3475058" y="1409603"/>
            <a:ext cx="1542889" cy="26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FBBE4EF6-3D1C-E4A6-E929-6044A5C248D0}"/>
                  </a:ext>
                </a:extLst>
              </p:cNvPr>
              <p:cNvSpPr txBox="1"/>
              <p:nvPr/>
            </p:nvSpPr>
            <p:spPr>
              <a:xfrm>
                <a:off x="3143610" y="125571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FBBE4EF6-3D1C-E4A6-E929-6044A5C24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610" y="1255714"/>
                <a:ext cx="304800" cy="30777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898B7E5A-375A-5176-C9F1-F05B521D91F3}"/>
                  </a:ext>
                </a:extLst>
              </p:cNvPr>
              <p:cNvSpPr txBox="1"/>
              <p:nvPr/>
            </p:nvSpPr>
            <p:spPr>
              <a:xfrm>
                <a:off x="3183589" y="1979498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898B7E5A-375A-5176-C9F1-F05B521D91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3589" y="1979498"/>
                <a:ext cx="304800" cy="32438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3BBE6A5-3C97-F5B0-6863-9B56ADA7844D}"/>
              </a:ext>
            </a:extLst>
          </p:cNvPr>
          <p:cNvSpPr/>
          <p:nvPr/>
        </p:nvSpPr>
        <p:spPr>
          <a:xfrm>
            <a:off x="3859178" y="4927808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System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47D480B-E811-86A6-5D2C-A562B8EB082B}"/>
              </a:ext>
            </a:extLst>
          </p:cNvPr>
          <p:cNvSpPr/>
          <p:nvPr/>
        </p:nvSpPr>
        <p:spPr>
          <a:xfrm>
            <a:off x="5793604" y="4927808"/>
            <a:ext cx="1409421" cy="42480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0782D2E-93E4-C2B2-9252-B8B897A66EA3}"/>
              </a:ext>
            </a:extLst>
          </p:cNvPr>
          <p:cNvSpPr/>
          <p:nvPr/>
        </p:nvSpPr>
        <p:spPr>
          <a:xfrm>
            <a:off x="7728030" y="4927807"/>
            <a:ext cx="1409421" cy="42480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9624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78300-C747-C678-8610-FAD739010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3938DCC-1CD9-B2A3-291C-DFA95F6E0547}"/>
                  </a:ext>
                </a:extLst>
              </p:cNvPr>
              <p:cNvSpPr txBox="1"/>
              <p:nvPr/>
            </p:nvSpPr>
            <p:spPr>
              <a:xfrm>
                <a:off x="11798210" y="226527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4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3938DCC-1CD9-B2A3-291C-DFA95F6E05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98210" y="2265276"/>
                <a:ext cx="304800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147A842-F2EB-F73E-86B7-CA186B19F6C4}"/>
                  </a:ext>
                </a:extLst>
              </p:cNvPr>
              <p:cNvSpPr txBox="1"/>
              <p:nvPr/>
            </p:nvSpPr>
            <p:spPr>
              <a:xfrm>
                <a:off x="11798210" y="1881195"/>
                <a:ext cx="304800" cy="3091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4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147A842-F2EB-F73E-86B7-CA186B19F6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98210" y="1881195"/>
                <a:ext cx="304800" cy="309124"/>
              </a:xfrm>
              <a:prstGeom prst="rect">
                <a:avLst/>
              </a:prstGeom>
              <a:blipFill>
                <a:blip r:embed="rId3"/>
                <a:stretch>
                  <a:fillRect r="-4000" b="-2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CAFDA11-E8CA-67C5-22EC-7CD2098855D5}"/>
              </a:ext>
            </a:extLst>
          </p:cNvPr>
          <p:cNvCxnSpPr>
            <a:cxnSpLocks/>
          </p:cNvCxnSpPr>
          <p:nvPr/>
        </p:nvCxnSpPr>
        <p:spPr>
          <a:xfrm>
            <a:off x="11703492" y="1806865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EC7C2E0-A641-25E1-7ABF-9CD50B6174FC}"/>
              </a:ext>
            </a:extLst>
          </p:cNvPr>
          <p:cNvCxnSpPr>
            <a:cxnSpLocks/>
          </p:cNvCxnSpPr>
          <p:nvPr/>
        </p:nvCxnSpPr>
        <p:spPr>
          <a:xfrm>
            <a:off x="11703492" y="2567562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A69DB0F-5DDC-85AA-27BE-96495D545D69}"/>
              </a:ext>
            </a:extLst>
          </p:cNvPr>
          <p:cNvCxnSpPr>
            <a:cxnSpLocks/>
          </p:cNvCxnSpPr>
          <p:nvPr/>
        </p:nvCxnSpPr>
        <p:spPr>
          <a:xfrm>
            <a:off x="11703492" y="218086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AB112CA-CC5F-51E4-DB56-4AF28A40E725}"/>
                  </a:ext>
                </a:extLst>
              </p:cNvPr>
              <p:cNvSpPr txBox="1"/>
              <p:nvPr/>
            </p:nvSpPr>
            <p:spPr>
              <a:xfrm>
                <a:off x="11798210" y="1508977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AB112CA-CC5F-51E4-DB56-4AF28A40E7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98210" y="1508977"/>
                <a:ext cx="30480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D70CB8-C2E7-388F-923E-BFCDF677172F}"/>
                  </a:ext>
                </a:extLst>
              </p:cNvPr>
              <p:cNvSpPr txBox="1"/>
              <p:nvPr/>
            </p:nvSpPr>
            <p:spPr>
              <a:xfrm>
                <a:off x="13684131" y="2269975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D70CB8-C2E7-388F-923E-BFCDF6771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84131" y="2269975"/>
                <a:ext cx="304800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E05576F-2605-C1C6-FFB5-A1F9908987BA}"/>
                  </a:ext>
                </a:extLst>
              </p:cNvPr>
              <p:cNvSpPr txBox="1"/>
              <p:nvPr/>
            </p:nvSpPr>
            <p:spPr>
              <a:xfrm>
                <a:off x="13684131" y="1881130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E05576F-2605-C1C6-FFB5-A1F990898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84131" y="1881130"/>
                <a:ext cx="304800" cy="307777"/>
              </a:xfrm>
              <a:prstGeom prst="rect">
                <a:avLst/>
              </a:prstGeom>
              <a:blipFill>
                <a:blip r:embed="rId6"/>
                <a:stretch>
                  <a:fillRect r="-6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9E24BD-7846-C88A-A0E7-D5FEC8E725FF}"/>
              </a:ext>
            </a:extLst>
          </p:cNvPr>
          <p:cNvCxnSpPr>
            <a:cxnSpLocks/>
          </p:cNvCxnSpPr>
          <p:nvPr/>
        </p:nvCxnSpPr>
        <p:spPr>
          <a:xfrm>
            <a:off x="13589413" y="1806802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6FCBDAF-DA45-CE42-2201-2868F75607F9}"/>
              </a:ext>
            </a:extLst>
          </p:cNvPr>
          <p:cNvCxnSpPr>
            <a:cxnSpLocks/>
          </p:cNvCxnSpPr>
          <p:nvPr/>
        </p:nvCxnSpPr>
        <p:spPr>
          <a:xfrm>
            <a:off x="13589413" y="2567499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B873600-8071-2873-285C-25A0F53F1BB2}"/>
              </a:ext>
            </a:extLst>
          </p:cNvPr>
          <p:cNvCxnSpPr>
            <a:cxnSpLocks/>
          </p:cNvCxnSpPr>
          <p:nvPr/>
        </p:nvCxnSpPr>
        <p:spPr>
          <a:xfrm>
            <a:off x="13589413" y="218080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FAB7468-1A60-8EC1-4D8D-1CB4D6B38E35}"/>
                  </a:ext>
                </a:extLst>
              </p:cNvPr>
              <p:cNvSpPr txBox="1"/>
              <p:nvPr/>
            </p:nvSpPr>
            <p:spPr>
              <a:xfrm>
                <a:off x="13684131" y="150891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FAB7468-1A60-8EC1-4D8D-1CB4D6B38E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84131" y="1508913"/>
                <a:ext cx="304800" cy="307777"/>
              </a:xfrm>
              <a:prstGeom prst="rect">
                <a:avLst/>
              </a:prstGeom>
              <a:blipFill>
                <a:blip r:embed="rId7"/>
                <a:stretch>
                  <a:fillRect r="-2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Oval 57">
            <a:extLst>
              <a:ext uri="{FF2B5EF4-FFF2-40B4-BE49-F238E27FC236}">
                <a16:creationId xmlns:a16="http://schemas.microsoft.com/office/drawing/2014/main" id="{219819B4-7C24-6EE8-2D7A-BC1A29551138}"/>
              </a:ext>
            </a:extLst>
          </p:cNvPr>
          <p:cNvSpPr>
            <a:spLocks noChangeAspect="1"/>
          </p:cNvSpPr>
          <p:nvPr/>
        </p:nvSpPr>
        <p:spPr>
          <a:xfrm>
            <a:off x="16994984" y="1615283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  <a:endParaRPr lang="en-CA" sz="3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FAB7EC0-3B61-32A9-65CE-298BCC54B730}"/>
              </a:ext>
            </a:extLst>
          </p:cNvPr>
          <p:cNvCxnSpPr>
            <a:cxnSpLocks/>
            <a:endCxn id="58" idx="2"/>
          </p:cNvCxnSpPr>
          <p:nvPr/>
        </p:nvCxnSpPr>
        <p:spPr>
          <a:xfrm>
            <a:off x="15468439" y="2180802"/>
            <a:ext cx="1526545" cy="1481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41D1784-EA73-F980-7B40-B1FFA8A1552E}"/>
              </a:ext>
            </a:extLst>
          </p:cNvPr>
          <p:cNvCxnSpPr>
            <a:cxnSpLocks/>
          </p:cNvCxnSpPr>
          <p:nvPr/>
        </p:nvCxnSpPr>
        <p:spPr>
          <a:xfrm>
            <a:off x="15473389" y="1803303"/>
            <a:ext cx="1654517" cy="5434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9A8F2C20-A184-FAB2-5968-9B2DF9A35F34}"/>
              </a:ext>
            </a:extLst>
          </p:cNvPr>
          <p:cNvCxnSpPr>
            <a:cxnSpLocks/>
          </p:cNvCxnSpPr>
          <p:nvPr/>
        </p:nvCxnSpPr>
        <p:spPr>
          <a:xfrm>
            <a:off x="15473379" y="2551015"/>
            <a:ext cx="1660877" cy="70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BFA05500-5050-DD31-6978-AA9E24C65A3D}"/>
              </a:ext>
            </a:extLst>
          </p:cNvPr>
          <p:cNvSpPr/>
          <p:nvPr/>
        </p:nvSpPr>
        <p:spPr>
          <a:xfrm>
            <a:off x="16698079" y="2768745"/>
            <a:ext cx="1720161" cy="54861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14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DB3C77E3-5077-991D-8104-3475D2169461}"/>
                  </a:ext>
                </a:extLst>
              </p:cNvPr>
              <p:cNvSpPr/>
              <p:nvPr/>
            </p:nvSpPr>
            <p:spPr>
              <a:xfrm>
                <a:off x="16698077" y="3736072"/>
                <a:ext cx="1720161" cy="548618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1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DB3C77E3-5077-991D-8104-3475D21694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98077" y="3736072"/>
                <a:ext cx="1720161" cy="548618"/>
              </a:xfrm>
              <a:prstGeom prst="roundRect">
                <a:avLst/>
              </a:prstGeom>
              <a:blipFill>
                <a:blip r:embed="rId8"/>
                <a:stretch>
                  <a:fillRect b="-6452"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37C54D2F-EEFF-FA08-41E3-5B7FFCF29AD4}"/>
                  </a:ext>
                </a:extLst>
              </p:cNvPr>
              <p:cNvSpPr/>
              <p:nvPr/>
            </p:nvSpPr>
            <p:spPr>
              <a:xfrm>
                <a:off x="16698078" y="4703400"/>
                <a:ext cx="1720161" cy="548618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37C54D2F-EEFF-FA08-41E3-5B7FFCF29A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98078" y="4703400"/>
                <a:ext cx="1720161" cy="548618"/>
              </a:xfrm>
              <a:prstGeom prst="roundRect">
                <a:avLst/>
              </a:prstGeom>
              <a:blipFill>
                <a:blip r:embed="rId9"/>
                <a:stretch>
                  <a:fillRect b="-645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BB0FFF7-1F9B-C284-377B-2F85BD4FD40A}"/>
              </a:ext>
            </a:extLst>
          </p:cNvPr>
          <p:cNvCxnSpPr>
            <a:cxnSpLocks/>
            <a:stCxn id="62" idx="2"/>
            <a:endCxn id="63" idx="0"/>
          </p:cNvCxnSpPr>
          <p:nvPr/>
        </p:nvCxnSpPr>
        <p:spPr>
          <a:xfrm flipH="1">
            <a:off x="17558158" y="3317362"/>
            <a:ext cx="2" cy="41871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5C06AAA8-36C5-3288-C0F2-EAF048E40804}"/>
                  </a:ext>
                </a:extLst>
              </p:cNvPr>
              <p:cNvSpPr txBox="1"/>
              <p:nvPr/>
            </p:nvSpPr>
            <p:spPr>
              <a:xfrm>
                <a:off x="16000256" y="2253775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5C06AAA8-36C5-3288-C0F2-EAF048E40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00256" y="2253775"/>
                <a:ext cx="30480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56BE1A3-7D00-9BEC-10E2-1830501614F1}"/>
                  </a:ext>
                </a:extLst>
              </p:cNvPr>
              <p:cNvSpPr txBox="1"/>
              <p:nvPr/>
            </p:nvSpPr>
            <p:spPr>
              <a:xfrm>
                <a:off x="16000256" y="188239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56BE1A3-7D00-9BEC-10E2-1830501614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00256" y="1882394"/>
                <a:ext cx="304800" cy="307777"/>
              </a:xfrm>
              <a:prstGeom prst="rect">
                <a:avLst/>
              </a:prstGeom>
              <a:blipFill>
                <a:blip r:embed="rId11"/>
                <a:stretch>
                  <a:fillRect r="-2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5BDD988-3BB7-615E-A009-961F1F462BE9}"/>
                  </a:ext>
                </a:extLst>
              </p:cNvPr>
              <p:cNvSpPr txBox="1"/>
              <p:nvPr/>
            </p:nvSpPr>
            <p:spPr>
              <a:xfrm>
                <a:off x="16000256" y="151017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5BDD988-3BB7-615E-A009-961F1F462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00256" y="1510176"/>
                <a:ext cx="304800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0EAE6B2-2A37-C6F5-F581-E0DECBDB9E80}"/>
              </a:ext>
            </a:extLst>
          </p:cNvPr>
          <p:cNvCxnSpPr>
            <a:cxnSpLocks/>
          </p:cNvCxnSpPr>
          <p:nvPr/>
        </p:nvCxnSpPr>
        <p:spPr>
          <a:xfrm>
            <a:off x="14852832" y="2801591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D1CF4A4-0DBA-F1E7-F024-D5EA8C756B85}"/>
              </a:ext>
            </a:extLst>
          </p:cNvPr>
          <p:cNvCxnSpPr>
            <a:cxnSpLocks/>
          </p:cNvCxnSpPr>
          <p:nvPr/>
        </p:nvCxnSpPr>
        <p:spPr>
          <a:xfrm>
            <a:off x="14481357" y="2804766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DCFD8D0-1CAB-D182-3069-10B5B877345D}"/>
              </a:ext>
            </a:extLst>
          </p:cNvPr>
          <p:cNvCxnSpPr>
            <a:cxnSpLocks/>
          </p:cNvCxnSpPr>
          <p:nvPr/>
        </p:nvCxnSpPr>
        <p:spPr>
          <a:xfrm>
            <a:off x="15227482" y="2799889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151C5F4C-AD0E-1870-D0E6-02489A933D83}"/>
                  </a:ext>
                </a:extLst>
              </p:cNvPr>
              <p:cNvSpPr txBox="1"/>
              <p:nvPr/>
            </p:nvSpPr>
            <p:spPr>
              <a:xfrm>
                <a:off x="14237239" y="3213659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151C5F4C-AD0E-1870-D0E6-02489A933D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37239" y="3213659"/>
                <a:ext cx="304800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7FAD317B-4040-8404-B401-6004A30807D4}"/>
                  </a:ext>
                </a:extLst>
              </p:cNvPr>
              <p:cNvSpPr txBox="1"/>
              <p:nvPr/>
            </p:nvSpPr>
            <p:spPr>
              <a:xfrm>
                <a:off x="14611888" y="321571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7FAD317B-4040-8404-B401-6004A30807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11888" y="3215716"/>
                <a:ext cx="304800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B7013C4-63BA-E6C8-20A4-8D8481FAF1DA}"/>
                  </a:ext>
                </a:extLst>
              </p:cNvPr>
              <p:cNvSpPr txBox="1"/>
              <p:nvPr/>
            </p:nvSpPr>
            <p:spPr>
              <a:xfrm>
                <a:off x="14989357" y="3215538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9B7013C4-63BA-E6C8-20A4-8D8481FAF1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89357" y="3215538"/>
                <a:ext cx="304800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BC99C41-618F-54D7-DF4B-3C1066DB5E16}"/>
                  </a:ext>
                </a:extLst>
              </p:cNvPr>
              <p:cNvSpPr txBox="1"/>
              <p:nvPr/>
            </p:nvSpPr>
            <p:spPr>
              <a:xfrm>
                <a:off x="8016232" y="391628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BC99C41-618F-54D7-DF4B-3C1066DB5E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6232" y="3916283"/>
                <a:ext cx="304800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AB2961FC-D3D3-131E-4713-527E871D4246}"/>
                  </a:ext>
                </a:extLst>
              </p:cNvPr>
              <p:cNvSpPr txBox="1"/>
              <p:nvPr/>
            </p:nvSpPr>
            <p:spPr>
              <a:xfrm>
                <a:off x="8016232" y="4635050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AB2961FC-D3D3-131E-4713-527E871D42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6232" y="4635050"/>
                <a:ext cx="304800" cy="32438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398AF9D9-EF46-0FF3-5ACA-BBE9B981DEA6}"/>
              </a:ext>
            </a:extLst>
          </p:cNvPr>
          <p:cNvSpPr>
            <a:spLocks noChangeAspect="1"/>
          </p:cNvSpPr>
          <p:nvPr/>
        </p:nvSpPr>
        <p:spPr>
          <a:xfrm>
            <a:off x="10472449" y="15686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Inverse Clarke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 →</a:t>
            </a:r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abc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68FE51B0-DE23-9DDC-46A1-0AD43174BFD6}"/>
              </a:ext>
            </a:extLst>
          </p:cNvPr>
          <p:cNvSpPr>
            <a:spLocks noChangeAspect="1"/>
          </p:cNvSpPr>
          <p:nvPr/>
        </p:nvSpPr>
        <p:spPr>
          <a:xfrm>
            <a:off x="12356442" y="15686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BE9A6059-EE12-FB37-0089-285A11E84759}"/>
              </a:ext>
            </a:extLst>
          </p:cNvPr>
          <p:cNvGrpSpPr/>
          <p:nvPr/>
        </p:nvGrpSpPr>
        <p:grpSpPr>
          <a:xfrm>
            <a:off x="14237239" y="1568689"/>
            <a:ext cx="1231200" cy="1231200"/>
            <a:chOff x="30365779" y="3139413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102" name="Rectangle: Rounded Corners 101">
              <a:extLst>
                <a:ext uri="{FF2B5EF4-FFF2-40B4-BE49-F238E27FC236}">
                  <a16:creationId xmlns:a16="http://schemas.microsoft.com/office/drawing/2014/main" id="{9592EF24-4962-D75F-8E55-F1FDF163CFAA}"/>
                </a:ext>
              </a:extLst>
            </p:cNvPr>
            <p:cNvSpPr/>
            <p:nvPr/>
          </p:nvSpPr>
          <p:spPr>
            <a:xfrm>
              <a:off x="30365779" y="3139413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3C8EA0AB-9FC3-D7A8-D0EF-C5A875E63B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98" r="4330"/>
            <a:stretch>
              <a:fillRect/>
            </a:stretch>
          </p:blipFill>
          <p:spPr>
            <a:xfrm>
              <a:off x="30407609" y="4081707"/>
              <a:ext cx="2063191" cy="1503694"/>
            </a:xfrm>
            <a:prstGeom prst="rect">
              <a:avLst/>
            </a:prstGeom>
            <a:grpFill/>
            <a:ln>
              <a:noFill/>
            </a:ln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B87F5032-22E4-15C0-6EC2-C71867FF332A}"/>
                  </a:ext>
                </a:extLst>
              </p:cNvPr>
              <p:cNvSpPr txBox="1"/>
              <p:nvPr/>
            </p:nvSpPr>
            <p:spPr>
              <a:xfrm>
                <a:off x="9905357" y="150448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400" i="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B87F5032-22E4-15C0-6EC2-C71867FF33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5357" y="1504484"/>
                <a:ext cx="304800" cy="307777"/>
              </a:xfrm>
              <a:prstGeom prst="rect">
                <a:avLst/>
              </a:prstGeom>
              <a:blipFill>
                <a:blip r:embed="rId19"/>
                <a:stretch>
                  <a:fillRect r="-6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0C636D9-70C1-3292-F3B9-80D2CA00002A}"/>
                  </a:ext>
                </a:extLst>
              </p:cNvPr>
              <p:cNvSpPr txBox="1"/>
              <p:nvPr/>
            </p:nvSpPr>
            <p:spPr>
              <a:xfrm>
                <a:off x="9905357" y="2237191"/>
                <a:ext cx="304800" cy="33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0C636D9-70C1-3292-F3B9-80D2CA0000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5357" y="2237191"/>
                <a:ext cx="304800" cy="335733"/>
              </a:xfrm>
              <a:prstGeom prst="rect">
                <a:avLst/>
              </a:prstGeom>
              <a:blipFill>
                <a:blip r:embed="rId20"/>
                <a:stretch>
                  <a:fillRect r="-8000" b="-363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4821AD72-9801-8210-6E51-D88E64785009}"/>
              </a:ext>
            </a:extLst>
          </p:cNvPr>
          <p:cNvCxnSpPr>
            <a:cxnSpLocks/>
          </p:cNvCxnSpPr>
          <p:nvPr/>
        </p:nvCxnSpPr>
        <p:spPr>
          <a:xfrm>
            <a:off x="9821001" y="180619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362BDFF3-5C04-C6BC-B3FC-FB15C4817F8D}"/>
              </a:ext>
            </a:extLst>
          </p:cNvPr>
          <p:cNvCxnSpPr>
            <a:cxnSpLocks/>
          </p:cNvCxnSpPr>
          <p:nvPr/>
        </p:nvCxnSpPr>
        <p:spPr>
          <a:xfrm>
            <a:off x="9821001" y="256689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87A0EF79-CB8D-23F0-926E-AE3FC851AAAB}"/>
              </a:ext>
            </a:extLst>
          </p:cNvPr>
          <p:cNvSpPr>
            <a:spLocks noChangeAspect="1"/>
          </p:cNvSpPr>
          <p:nvPr/>
        </p:nvSpPr>
        <p:spPr>
          <a:xfrm>
            <a:off x="8584687" y="15686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Inverse Park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dq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F317AFB0-AA84-F84E-4129-74F164823E06}"/>
              </a:ext>
            </a:extLst>
          </p:cNvPr>
          <p:cNvCxnSpPr>
            <a:cxnSpLocks/>
          </p:cNvCxnSpPr>
          <p:nvPr/>
        </p:nvCxnSpPr>
        <p:spPr>
          <a:xfrm flipH="1">
            <a:off x="11865836" y="4216440"/>
            <a:ext cx="2361081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D85973C7-BEE6-2AED-289A-C10B4730B809}"/>
              </a:ext>
            </a:extLst>
          </p:cNvPr>
          <p:cNvCxnSpPr>
            <a:cxnSpLocks/>
          </p:cNvCxnSpPr>
          <p:nvPr/>
        </p:nvCxnSpPr>
        <p:spPr>
          <a:xfrm flipH="1">
            <a:off x="11863455" y="4949887"/>
            <a:ext cx="2363621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5EC5548-B486-AFE5-9E77-281E4328447E}"/>
                  </a:ext>
                </a:extLst>
              </p:cNvPr>
              <p:cNvSpPr txBox="1"/>
              <p:nvPr/>
            </p:nvSpPr>
            <p:spPr>
              <a:xfrm>
                <a:off x="12906672" y="391695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5EC5548-B486-AFE5-9E77-281E432844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06672" y="3916953"/>
                <a:ext cx="304800" cy="30777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3F332451-58AF-EDC2-C255-B2D34882CA77}"/>
                  </a:ext>
                </a:extLst>
              </p:cNvPr>
              <p:cNvSpPr txBox="1"/>
              <p:nvPr/>
            </p:nvSpPr>
            <p:spPr>
              <a:xfrm>
                <a:off x="12911434" y="4632837"/>
                <a:ext cx="304800" cy="326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3F332451-58AF-EDC2-C255-B2D34882CA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11434" y="4632837"/>
                <a:ext cx="304800" cy="326949"/>
              </a:xfrm>
              <a:prstGeom prst="rect">
                <a:avLst/>
              </a:prstGeom>
              <a:blipFill>
                <a:blip r:embed="rId2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B5A47DD6-E0DC-B0F2-7C7B-E420A0E20D30}"/>
              </a:ext>
            </a:extLst>
          </p:cNvPr>
          <p:cNvCxnSpPr>
            <a:stCxn id="63" idx="2"/>
            <a:endCxn id="64" idx="0"/>
          </p:cNvCxnSpPr>
          <p:nvPr/>
        </p:nvCxnSpPr>
        <p:spPr>
          <a:xfrm>
            <a:off x="17558158" y="4284690"/>
            <a:ext cx="1" cy="41871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AE6252B7-0B47-D446-EC58-3998F967477A}"/>
              </a:ext>
            </a:extLst>
          </p:cNvPr>
          <p:cNvSpPr/>
          <p:nvPr/>
        </p:nvSpPr>
        <p:spPr>
          <a:xfrm>
            <a:off x="5593580" y="1593860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 Controller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26E1D680-016A-243E-3386-136555BA0F8F}"/>
              </a:ext>
            </a:extLst>
          </p:cNvPr>
          <p:cNvSpPr/>
          <p:nvPr/>
        </p:nvSpPr>
        <p:spPr>
          <a:xfrm>
            <a:off x="5593580" y="2324482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 Controller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0BAC518-4969-8D68-1E4F-9B6446879155}"/>
                  </a:ext>
                </a:extLst>
              </p:cNvPr>
              <p:cNvSpPr txBox="1"/>
              <p:nvPr/>
            </p:nvSpPr>
            <p:spPr>
              <a:xfrm>
                <a:off x="8016232" y="150448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0BAC518-4969-8D68-1E4F-9B6446879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6232" y="1504484"/>
                <a:ext cx="304800" cy="307777"/>
              </a:xfrm>
              <a:prstGeom prst="rect">
                <a:avLst/>
              </a:prstGeom>
              <a:blipFill>
                <a:blip r:embed="rId23"/>
                <a:stretch>
                  <a:fillRect r="-2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C1203054-8853-4B5E-5D11-A8E5A28B9B3B}"/>
                  </a:ext>
                </a:extLst>
              </p:cNvPr>
              <p:cNvSpPr txBox="1"/>
              <p:nvPr/>
            </p:nvSpPr>
            <p:spPr>
              <a:xfrm>
                <a:off x="8016232" y="2217349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C1203054-8853-4B5E-5D11-A8E5A28B9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6232" y="2217349"/>
                <a:ext cx="304800" cy="32438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92A883F1-56E0-FF51-8C48-2880A80E5F2A}"/>
              </a:ext>
            </a:extLst>
          </p:cNvPr>
          <p:cNvCxnSpPr>
            <a:cxnSpLocks/>
          </p:cNvCxnSpPr>
          <p:nvPr/>
        </p:nvCxnSpPr>
        <p:spPr>
          <a:xfrm>
            <a:off x="7931876" y="180619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E9E4BB1E-3C86-A766-64B4-5F89701696B1}"/>
              </a:ext>
            </a:extLst>
          </p:cNvPr>
          <p:cNvCxnSpPr>
            <a:cxnSpLocks/>
          </p:cNvCxnSpPr>
          <p:nvPr/>
        </p:nvCxnSpPr>
        <p:spPr>
          <a:xfrm>
            <a:off x="7931876" y="253752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1" name="Rectangle: Rounded Corners 140">
                <a:extLst>
                  <a:ext uri="{FF2B5EF4-FFF2-40B4-BE49-F238E27FC236}">
                    <a16:creationId xmlns:a16="http://schemas.microsoft.com/office/drawing/2014/main" id="{84F7464F-909B-9E92-3E87-F9D98C534B02}"/>
                  </a:ext>
                </a:extLst>
              </p:cNvPr>
              <p:cNvSpPr/>
              <p:nvPr/>
            </p:nvSpPr>
            <p:spPr>
              <a:xfrm>
                <a:off x="8584687" y="3172026"/>
                <a:ext cx="1231364" cy="42480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1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>
          <p:sp>
            <p:nvSpPr>
              <p:cNvPr id="141" name="Rectangle: Rounded Corners 140">
                <a:extLst>
                  <a:ext uri="{FF2B5EF4-FFF2-40B4-BE49-F238E27FC236}">
                    <a16:creationId xmlns:a16="http://schemas.microsoft.com/office/drawing/2014/main" id="{84F7464F-909B-9E92-3E87-F9D98C534B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4687" y="3172026"/>
                <a:ext cx="1231364" cy="424802"/>
              </a:xfrm>
              <a:prstGeom prst="roundRect">
                <a:avLst/>
              </a:prstGeom>
              <a:blipFill>
                <a:blip r:embed="rId25"/>
                <a:stretch>
                  <a:fillRect b="-8219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4876C695-8DF7-A639-AD69-462F5570ADB6}"/>
              </a:ext>
            </a:extLst>
          </p:cNvPr>
          <p:cNvCxnSpPr>
            <a:stCxn id="141" idx="0"/>
            <a:endCxn id="96" idx="2"/>
          </p:cNvCxnSpPr>
          <p:nvPr/>
        </p:nvCxnSpPr>
        <p:spPr>
          <a:xfrm flipV="1">
            <a:off x="9200369" y="2800053"/>
            <a:ext cx="0" cy="37197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48299944-14A2-5DD1-BF41-C465B4BD9B14}"/>
                  </a:ext>
                </a:extLst>
              </p:cNvPr>
              <p:cNvSpPr/>
              <p:nvPr/>
            </p:nvSpPr>
            <p:spPr>
              <a:xfrm>
                <a:off x="10632456" y="5568049"/>
                <a:ext cx="1231364" cy="42480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1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48299944-14A2-5DD1-BF41-C465B4BD9B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32456" y="5568049"/>
                <a:ext cx="1231364" cy="424802"/>
              </a:xfrm>
              <a:prstGeom prst="roundRect">
                <a:avLst/>
              </a:prstGeom>
              <a:blipFill>
                <a:blip r:embed="rId25"/>
                <a:stretch>
                  <a:fillRect b="-8219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03ECC975-04BC-3C46-22F1-D0391C427407}"/>
              </a:ext>
            </a:extLst>
          </p:cNvPr>
          <p:cNvCxnSpPr>
            <a:stCxn id="145" idx="0"/>
          </p:cNvCxnSpPr>
          <p:nvPr/>
        </p:nvCxnSpPr>
        <p:spPr>
          <a:xfrm flipV="1">
            <a:off x="11248138" y="5196076"/>
            <a:ext cx="0" cy="37197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1E99AAFA-1915-2EFA-A985-9BE09C11EE9B}"/>
              </a:ext>
            </a:extLst>
          </p:cNvPr>
          <p:cNvSpPr>
            <a:spLocks noChangeAspect="1"/>
          </p:cNvSpPr>
          <p:nvPr/>
        </p:nvSpPr>
        <p:spPr>
          <a:xfrm>
            <a:off x="14237239" y="3972253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Clarke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abc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530CB936-B083-5858-DFF1-E95C3182DDA3}"/>
              </a:ext>
            </a:extLst>
          </p:cNvPr>
          <p:cNvSpPr>
            <a:spLocks noChangeAspect="1"/>
          </p:cNvSpPr>
          <p:nvPr/>
        </p:nvSpPr>
        <p:spPr>
          <a:xfrm>
            <a:off x="4817922" y="1679911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3C8FCF78-1280-5A20-FD97-70DE029FA688}"/>
              </a:ext>
            </a:extLst>
          </p:cNvPr>
          <p:cNvSpPr txBox="1"/>
          <p:nvPr/>
        </p:nvSpPr>
        <p:spPr>
          <a:xfrm>
            <a:off x="4622530" y="1479842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526C9AED-8267-6141-DFDA-E0C6BBC5CA5E}"/>
              </a:ext>
            </a:extLst>
          </p:cNvPr>
          <p:cNvSpPr txBox="1"/>
          <p:nvPr/>
        </p:nvSpPr>
        <p:spPr>
          <a:xfrm>
            <a:off x="4996644" y="1745190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EF9772A2-FF89-CF5F-BA4E-D5FD4669080A}"/>
              </a:ext>
            </a:extLst>
          </p:cNvPr>
          <p:cNvSpPr>
            <a:spLocks noChangeAspect="1"/>
          </p:cNvSpPr>
          <p:nvPr/>
        </p:nvSpPr>
        <p:spPr>
          <a:xfrm>
            <a:off x="3953904" y="2410882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C94686C0-5624-B1DC-B049-156BF4520E33}"/>
              </a:ext>
            </a:extLst>
          </p:cNvPr>
          <p:cNvSpPr txBox="1"/>
          <p:nvPr/>
        </p:nvSpPr>
        <p:spPr>
          <a:xfrm>
            <a:off x="3740843" y="2240821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D9556443-4557-85B5-5C43-309D540AEEAF}"/>
              </a:ext>
            </a:extLst>
          </p:cNvPr>
          <p:cNvSpPr txBox="1"/>
          <p:nvPr/>
        </p:nvSpPr>
        <p:spPr>
          <a:xfrm>
            <a:off x="4126255" y="2461335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1CFE0B27-D0FC-00A0-EC85-D16007969495}"/>
              </a:ext>
            </a:extLst>
          </p:cNvPr>
          <p:cNvCxnSpPr>
            <a:stCxn id="172" idx="6"/>
            <a:endCxn id="132" idx="1"/>
          </p:cNvCxnSpPr>
          <p:nvPr/>
        </p:nvCxnSpPr>
        <p:spPr>
          <a:xfrm>
            <a:off x="4206354" y="2536882"/>
            <a:ext cx="1387226" cy="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B8E39D0D-BF4D-D834-8CD7-3BDEC111E741}"/>
              </a:ext>
            </a:extLst>
          </p:cNvPr>
          <p:cNvCxnSpPr>
            <a:stCxn id="164" idx="6"/>
            <a:endCxn id="130" idx="1"/>
          </p:cNvCxnSpPr>
          <p:nvPr/>
        </p:nvCxnSpPr>
        <p:spPr>
          <a:xfrm>
            <a:off x="5070372" y="1805911"/>
            <a:ext cx="523208" cy="3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25D892B0-65AA-DFA6-541D-21EAF220573E}"/>
              </a:ext>
            </a:extLst>
          </p:cNvPr>
          <p:cNvCxnSpPr>
            <a:cxnSpLocks/>
            <a:endCxn id="164" idx="4"/>
          </p:cNvCxnSpPr>
          <p:nvPr/>
        </p:nvCxnSpPr>
        <p:spPr>
          <a:xfrm rot="10800000">
            <a:off x="4944148" y="1931912"/>
            <a:ext cx="5677987" cy="2284529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92E31983-E28F-A960-816D-B52640928B1D}"/>
              </a:ext>
            </a:extLst>
          </p:cNvPr>
          <p:cNvCxnSpPr>
            <a:cxnSpLocks/>
            <a:endCxn id="172" idx="4"/>
          </p:cNvCxnSpPr>
          <p:nvPr/>
        </p:nvCxnSpPr>
        <p:spPr>
          <a:xfrm rot="10800000">
            <a:off x="4080130" y="2662883"/>
            <a:ext cx="6540899" cy="228453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: Rounded Corners 160">
            <a:extLst>
              <a:ext uri="{FF2B5EF4-FFF2-40B4-BE49-F238E27FC236}">
                <a16:creationId xmlns:a16="http://schemas.microsoft.com/office/drawing/2014/main" id="{26E0CF4D-B25B-5071-8AD9-397CCB2BA0AF}"/>
              </a:ext>
            </a:extLst>
          </p:cNvPr>
          <p:cNvSpPr>
            <a:spLocks noChangeAspect="1"/>
          </p:cNvSpPr>
          <p:nvPr/>
        </p:nvSpPr>
        <p:spPr>
          <a:xfrm>
            <a:off x="10632456" y="3972253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Park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CA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dq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AB2307D5-2FD0-4EEB-3F19-7FAA0528DBEE}"/>
              </a:ext>
            </a:extLst>
          </p:cNvPr>
          <p:cNvCxnSpPr>
            <a:cxnSpLocks/>
            <a:endCxn id="172" idx="2"/>
          </p:cNvCxnSpPr>
          <p:nvPr/>
        </p:nvCxnSpPr>
        <p:spPr>
          <a:xfrm>
            <a:off x="3285268" y="2536882"/>
            <a:ext cx="6686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6B53A215-F02F-7F0D-8731-0643808CA9B7}"/>
              </a:ext>
            </a:extLst>
          </p:cNvPr>
          <p:cNvCxnSpPr>
            <a:cxnSpLocks/>
            <a:endCxn id="164" idx="2"/>
          </p:cNvCxnSpPr>
          <p:nvPr/>
        </p:nvCxnSpPr>
        <p:spPr>
          <a:xfrm>
            <a:off x="3275033" y="1803303"/>
            <a:ext cx="1542889" cy="26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13433988-653C-8DB3-2C68-D1FA5C468346}"/>
                  </a:ext>
                </a:extLst>
              </p:cNvPr>
              <p:cNvSpPr txBox="1"/>
              <p:nvPr/>
            </p:nvSpPr>
            <p:spPr>
              <a:xfrm>
                <a:off x="2943585" y="164941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13433988-653C-8DB3-2C68-D1FA5C468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3585" y="1649414"/>
                <a:ext cx="304800" cy="30777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1AF226F3-0B10-7E99-7F7F-BA0048598D8B}"/>
                  </a:ext>
                </a:extLst>
              </p:cNvPr>
              <p:cNvSpPr txBox="1"/>
              <p:nvPr/>
            </p:nvSpPr>
            <p:spPr>
              <a:xfrm>
                <a:off x="2983564" y="2373198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1AF226F3-0B10-7E99-7F7F-BA0048598D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3564" y="2373198"/>
                <a:ext cx="304800" cy="32438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8A6D389-9859-96CD-36E5-AA227F95D1E9}"/>
              </a:ext>
            </a:extLst>
          </p:cNvPr>
          <p:cNvSpPr/>
          <p:nvPr/>
        </p:nvSpPr>
        <p:spPr>
          <a:xfrm>
            <a:off x="4583078" y="5321508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 System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883BDD5-F10F-1FD8-17BA-89E602246AF9}"/>
              </a:ext>
            </a:extLst>
          </p:cNvPr>
          <p:cNvSpPr/>
          <p:nvPr/>
        </p:nvSpPr>
        <p:spPr>
          <a:xfrm>
            <a:off x="6517504" y="5321508"/>
            <a:ext cx="1409421" cy="42480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CBCE907-3D3B-AFC4-D341-6303C2308864}"/>
              </a:ext>
            </a:extLst>
          </p:cNvPr>
          <p:cNvSpPr/>
          <p:nvPr/>
        </p:nvSpPr>
        <p:spPr>
          <a:xfrm>
            <a:off x="8451930" y="5321507"/>
            <a:ext cx="1409421" cy="42480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AEB6BFE-289E-4AA6-0295-C6178324D3EA}"/>
              </a:ext>
            </a:extLst>
          </p:cNvPr>
          <p:cNvSpPr>
            <a:spLocks noChangeAspect="1"/>
          </p:cNvSpPr>
          <p:nvPr/>
        </p:nvSpPr>
        <p:spPr>
          <a:xfrm>
            <a:off x="7673032" y="1679911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A8BF07-3938-0EB6-72BF-ACE2AF4BC5C9}"/>
              </a:ext>
            </a:extLst>
          </p:cNvPr>
          <p:cNvSpPr txBox="1"/>
          <p:nvPr/>
        </p:nvSpPr>
        <p:spPr>
          <a:xfrm>
            <a:off x="7477640" y="1479842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DBDDEB8-75FC-7099-3925-4ED4CDE33C18}"/>
              </a:ext>
            </a:extLst>
          </p:cNvPr>
          <p:cNvCxnSpPr>
            <a:cxnSpLocks/>
          </p:cNvCxnSpPr>
          <p:nvPr/>
        </p:nvCxnSpPr>
        <p:spPr>
          <a:xfrm>
            <a:off x="7014280" y="1805911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E371127E-0331-F5F7-1D24-AAFCEF03AFC3}"/>
              </a:ext>
            </a:extLst>
          </p:cNvPr>
          <p:cNvSpPr>
            <a:spLocks noChangeAspect="1"/>
          </p:cNvSpPr>
          <p:nvPr/>
        </p:nvSpPr>
        <p:spPr>
          <a:xfrm>
            <a:off x="7668221" y="2409390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55CCCC-A19B-FAC8-8644-6796649C0417}"/>
              </a:ext>
            </a:extLst>
          </p:cNvPr>
          <p:cNvSpPr txBox="1"/>
          <p:nvPr/>
        </p:nvSpPr>
        <p:spPr>
          <a:xfrm>
            <a:off x="7475835" y="2213968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F135ECA-3931-5432-A0AD-04555DB8869C}"/>
              </a:ext>
            </a:extLst>
          </p:cNvPr>
          <p:cNvCxnSpPr>
            <a:cxnSpLocks/>
          </p:cNvCxnSpPr>
          <p:nvPr/>
        </p:nvCxnSpPr>
        <p:spPr>
          <a:xfrm>
            <a:off x="7012475" y="2540037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011C7877-FD0D-DC1B-FB6A-84B1834469F8}"/>
                  </a:ext>
                </a:extLst>
              </p:cNvPr>
              <p:cNvSpPr/>
              <p:nvPr/>
            </p:nvSpPr>
            <p:spPr>
              <a:xfrm>
                <a:off x="7183575" y="746907"/>
                <a:ext cx="1231364" cy="424802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  <a:tailEnd w="med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Feedforward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sSub>
                        <m:sSubPr>
                          <m:ctrlP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sz="11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011C7877-FD0D-DC1B-FB6A-84B1834469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3575" y="746907"/>
                <a:ext cx="1231364" cy="424802"/>
              </a:xfrm>
              <a:prstGeom prst="roundRect">
                <a:avLst/>
              </a:prstGeom>
              <a:blipFill>
                <a:blip r:embed="rId28"/>
                <a:stretch>
                  <a:fillRect t="-1389"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  <a:tailEnd w="med" len="lg"/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42F009-EC7A-415C-B407-E45ED6E2E27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7799257" y="1171709"/>
            <a:ext cx="0" cy="50400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96C720A-B7D9-6BE2-0690-5EB315D0E098}"/>
              </a:ext>
            </a:extLst>
          </p:cNvPr>
          <p:cNvSpPr txBox="1"/>
          <p:nvPr/>
        </p:nvSpPr>
        <p:spPr>
          <a:xfrm>
            <a:off x="7839597" y="1479838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329F44B4-E1E1-4543-8F0B-E3D612AB4D37}"/>
                  </a:ext>
                </a:extLst>
              </p:cNvPr>
              <p:cNvSpPr/>
              <p:nvPr/>
            </p:nvSpPr>
            <p:spPr>
              <a:xfrm>
                <a:off x="7180765" y="3165967"/>
                <a:ext cx="1231364" cy="424802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b="1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Feedforward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sSub>
                        <m:sSubPr>
                          <m:ctrlP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sz="11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1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</m:t>
                          </m:r>
                        </m:sub>
                      </m:sSub>
                    </m:oMath>
                  </m:oMathPara>
                </a14:m>
                <a:endParaRPr lang="en-US" sz="11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329F44B4-E1E1-4543-8F0B-E3D612AB4D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0765" y="3165967"/>
                <a:ext cx="1231364" cy="424802"/>
              </a:xfrm>
              <a:prstGeom prst="roundRect">
                <a:avLst/>
              </a:prstGeom>
              <a:blipFill>
                <a:blip r:embed="rId29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0E710BB-FB78-C6FE-1CE4-BD83B690F8DD}"/>
              </a:ext>
            </a:extLst>
          </p:cNvPr>
          <p:cNvCxnSpPr>
            <a:stCxn id="13" idx="0"/>
            <a:endCxn id="25" idx="4"/>
          </p:cNvCxnSpPr>
          <p:nvPr/>
        </p:nvCxnSpPr>
        <p:spPr>
          <a:xfrm flipH="1" flipV="1">
            <a:off x="7794446" y="2661390"/>
            <a:ext cx="2001" cy="5045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5A25A8A-FE8C-3B3B-7396-8C1250FF0E58}"/>
              </a:ext>
            </a:extLst>
          </p:cNvPr>
          <p:cNvSpPr txBox="1"/>
          <p:nvPr/>
        </p:nvSpPr>
        <p:spPr>
          <a:xfrm>
            <a:off x="7858608" y="2543141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</p:spTree>
    <p:extLst>
      <p:ext uri="{BB962C8B-B14F-4D97-AF65-F5344CB8AC3E}">
        <p14:creationId xmlns:p14="http://schemas.microsoft.com/office/powerpoint/2010/main" val="2711191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97242-4756-E707-C3DB-403ABB52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DQ Model of Permanent Magnet Synchronous Motors (PMSMs)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03E44B7-E4E7-E4DA-2AD1-3CDB039D8C2C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4589730" y="2179112"/>
                <a:ext cx="12420071" cy="52488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03E44B7-E4E7-E4DA-2AD1-3CDB039D8C2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89730" y="2179112"/>
                <a:ext cx="12420071" cy="524880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1349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tx1"/>
          </a:solidFill>
          <a:tailEnd type="triangle" w="med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558</TotalTime>
  <Words>628</Words>
  <Application>Microsoft Office PowerPoint</Application>
  <PresentationFormat>Custom</PresentationFormat>
  <Paragraphs>366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DQ Model of Permanent Magnet Synchronous Motors (PMSMs)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Jonah St. Hilaire</dc:creator>
  <cp:lastModifiedBy>Jonah St. Hilaire</cp:lastModifiedBy>
  <cp:revision>5</cp:revision>
  <dcterms:created xsi:type="dcterms:W3CDTF">2026-06-12T20:02:55Z</dcterms:created>
  <dcterms:modified xsi:type="dcterms:W3CDTF">2026-09-28T17:02:09Z</dcterms:modified>
</cp:coreProperties>
</file>