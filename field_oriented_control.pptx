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7"/>
  </p:notesMasterIdLst>
  <p:sldIdLst>
    <p:sldId id="256" r:id="rId2"/>
    <p:sldId id="259" r:id="rId3"/>
    <p:sldId id="260" r:id="rId4"/>
    <p:sldId id="261" r:id="rId5"/>
    <p:sldId id="262" r:id="rId6"/>
  </p:sldIdLst>
  <p:sldSz cx="21599525" cy="7164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A092E5-7A12-4007-A101-A3D51A562A89}" v="24" dt="2026-10-29T21:53:43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82" autoAdjust="0"/>
    <p:restoredTop sz="88499" autoAdjust="0"/>
  </p:normalViewPr>
  <p:slideViewPr>
    <p:cSldViewPr snapToGrid="0">
      <p:cViewPr varScale="1">
        <p:scale>
          <a:sx n="75" d="100"/>
          <a:sy n="75" d="100"/>
        </p:scale>
        <p:origin x="7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h St. Hilaire" userId="9d0a7af2-d0bd-4748-b50b-5cc37e0fdaa3" providerId="ADAL" clId="{58AAB240-BB3C-43BA-87E9-80C5D70C8BCC}"/>
    <pc:docChg chg="undo redo custSel addSld delSld modSld sldOrd modMainMaster delSection modSection">
      <pc:chgData name="Jonah St. Hilaire" userId="9d0a7af2-d0bd-4748-b50b-5cc37e0fdaa3" providerId="ADAL" clId="{58AAB240-BB3C-43BA-87E9-80C5D70C8BCC}" dt="2026-10-29T21:53:56.408" v="5528" actId="2696"/>
      <pc:docMkLst>
        <pc:docMk/>
      </pc:docMkLst>
      <pc:sldChg chg="del">
        <pc:chgData name="Jonah St. Hilaire" userId="9d0a7af2-d0bd-4748-b50b-5cc37e0fdaa3" providerId="ADAL" clId="{58AAB240-BB3C-43BA-87E9-80C5D70C8BCC}" dt="2026-10-29T21:53:56.408" v="5528" actId="2696"/>
        <pc:sldMkLst>
          <pc:docMk/>
          <pc:sldMk cId="3221349641" sldId="258"/>
        </pc:sldMkLst>
      </pc:sldChg>
      <pc:sldChg chg="delSp modSp mod">
        <pc:chgData name="Jonah St. Hilaire" userId="9d0a7af2-d0bd-4748-b50b-5cc37e0fdaa3" providerId="ADAL" clId="{58AAB240-BB3C-43BA-87E9-80C5D70C8BCC}" dt="2026-10-29T14:42:10.105" v="5419" actId="1076"/>
        <pc:sldMkLst>
          <pc:docMk/>
          <pc:sldMk cId="3939624714" sldId="260"/>
        </pc:sldMkLst>
        <pc:spChg chg="mod topLvl">
          <ac:chgData name="Jonah St. Hilaire" userId="9d0a7af2-d0bd-4748-b50b-5cc37e0fdaa3" providerId="ADAL" clId="{58AAB240-BB3C-43BA-87E9-80C5D70C8BCC}" dt="2026-10-29T14:40:40.050" v="5414" actId="165"/>
          <ac:spMkLst>
            <pc:docMk/>
            <pc:sldMk cId="3939624714" sldId="260"/>
            <ac:spMk id="102" creationId="{9B1082D1-6CDD-9B18-C7DD-8265702DAFCC}"/>
          </ac:spMkLst>
        </pc:spChg>
        <pc:grpChg chg="del">
          <ac:chgData name="Jonah St. Hilaire" userId="9d0a7af2-d0bd-4748-b50b-5cc37e0fdaa3" providerId="ADAL" clId="{58AAB240-BB3C-43BA-87E9-80C5D70C8BCC}" dt="2026-10-29T14:40:40.050" v="5414" actId="165"/>
          <ac:grpSpMkLst>
            <pc:docMk/>
            <pc:sldMk cId="3939624714" sldId="260"/>
            <ac:grpSpMk id="101" creationId="{289B4344-44B1-7B7B-6582-107B59ACA215}"/>
          </ac:grpSpMkLst>
        </pc:grpChg>
        <pc:picChg chg="mod topLvl">
          <ac:chgData name="Jonah St. Hilaire" userId="9d0a7af2-d0bd-4748-b50b-5cc37e0fdaa3" providerId="ADAL" clId="{58AAB240-BB3C-43BA-87E9-80C5D70C8BCC}" dt="2026-10-29T14:42:10.105" v="5419" actId="1076"/>
          <ac:picMkLst>
            <pc:docMk/>
            <pc:sldMk cId="3939624714" sldId="260"/>
            <ac:picMk id="103" creationId="{B554567E-38EA-F25D-5AD3-FD5BD2ADF56C}"/>
          </ac:picMkLst>
        </pc:picChg>
      </pc:sldChg>
      <pc:sldChg chg="addSp delSp modSp add mod">
        <pc:chgData name="Jonah St. Hilaire" userId="9d0a7af2-d0bd-4748-b50b-5cc37e0fdaa3" providerId="ADAL" clId="{58AAB240-BB3C-43BA-87E9-80C5D70C8BCC}" dt="2026-10-29T21:53:44.103" v="5527" actId="20577"/>
        <pc:sldMkLst>
          <pc:docMk/>
          <pc:sldMk cId="2711191929" sldId="261"/>
        </pc:sldMkLst>
        <pc:spChg chg="add mod">
          <ac:chgData name="Jonah St. Hilaire" userId="9d0a7af2-d0bd-4748-b50b-5cc37e0fdaa3" providerId="ADAL" clId="{58AAB240-BB3C-43BA-87E9-80C5D70C8BCC}" dt="2026-10-29T21:53:37.631" v="5525"/>
          <ac:spMkLst>
            <pc:docMk/>
            <pc:sldMk cId="2711191929" sldId="261"/>
            <ac:spMk id="2" creationId="{98CEFAFE-3B82-D97E-78C1-1BDB01D7DFEE}"/>
          </ac:spMkLst>
        </pc:spChg>
        <pc:spChg chg="add mod">
          <ac:chgData name="Jonah St. Hilaire" userId="9d0a7af2-d0bd-4748-b50b-5cc37e0fdaa3" providerId="ADAL" clId="{58AAB240-BB3C-43BA-87E9-80C5D70C8BCC}" dt="2026-10-29T14:31:01.532" v="5329" actId="1038"/>
          <ac:spMkLst>
            <pc:docMk/>
            <pc:sldMk cId="2711191929" sldId="261"/>
            <ac:spMk id="4" creationId="{011C7877-FD0D-DC1B-FB6A-84B1834469F8}"/>
          </ac:spMkLst>
        </pc:spChg>
        <pc:spChg chg="add mod">
          <ac:chgData name="Jonah St. Hilaire" userId="9d0a7af2-d0bd-4748-b50b-5cc37e0fdaa3" providerId="ADAL" clId="{58AAB240-BB3C-43BA-87E9-80C5D70C8BCC}" dt="2026-10-29T21:53:44.103" v="5527" actId="20577"/>
          <ac:spMkLst>
            <pc:docMk/>
            <pc:sldMk cId="2711191929" sldId="261"/>
            <ac:spMk id="6" creationId="{182779DB-9EA1-9B68-79CC-9C77E6451159}"/>
          </ac:spMkLst>
        </pc:spChg>
        <pc:spChg chg="add mod">
          <ac:chgData name="Jonah St. Hilaire" userId="9d0a7af2-d0bd-4748-b50b-5cc37e0fdaa3" providerId="ADAL" clId="{58AAB240-BB3C-43BA-87E9-80C5D70C8BCC}" dt="2026-10-29T14:39:07.442" v="5412" actId="1076"/>
          <ac:spMkLst>
            <pc:docMk/>
            <pc:sldMk cId="2711191929" sldId="261"/>
            <ac:spMk id="12" creationId="{4D655FCA-0336-CE24-B8B2-373178ECBFC3}"/>
          </ac:spMkLst>
        </pc:spChg>
        <pc:spChg chg="add mod">
          <ac:chgData name="Jonah St. Hilaire" userId="9d0a7af2-d0bd-4748-b50b-5cc37e0fdaa3" providerId="ADAL" clId="{58AAB240-BB3C-43BA-87E9-80C5D70C8BCC}" dt="2026-10-29T14:31:01.532" v="5329" actId="1038"/>
          <ac:spMkLst>
            <pc:docMk/>
            <pc:sldMk cId="2711191929" sldId="261"/>
            <ac:spMk id="17" creationId="{95A25A8A-FE8C-3B3B-7396-8C1250FF0E58}"/>
          </ac:spMkLst>
        </pc:spChg>
        <pc:spChg chg="add mod">
          <ac:chgData name="Jonah St. Hilaire" userId="9d0a7af2-d0bd-4748-b50b-5cc37e0fdaa3" providerId="ADAL" clId="{58AAB240-BB3C-43BA-87E9-80C5D70C8BCC}" dt="2026-10-29T14:31:01.532" v="5329" actId="1038"/>
          <ac:spMkLst>
            <pc:docMk/>
            <pc:sldMk cId="2711191929" sldId="261"/>
            <ac:spMk id="19" creationId="{3AEB6BFE-289E-4AA6-0295-C6178324D3EA}"/>
          </ac:spMkLst>
        </pc:spChg>
        <pc:spChg chg="add mod">
          <ac:chgData name="Jonah St. Hilaire" userId="9d0a7af2-d0bd-4748-b50b-5cc37e0fdaa3" providerId="ADAL" clId="{58AAB240-BB3C-43BA-87E9-80C5D70C8BCC}" dt="2026-10-29T14:31:01.532" v="5329" actId="1038"/>
          <ac:spMkLst>
            <pc:docMk/>
            <pc:sldMk cId="2711191929" sldId="261"/>
            <ac:spMk id="21" creationId="{1EA8BF07-3938-0EB6-72BF-ACE2AF4BC5C9}"/>
          </ac:spMkLst>
        </pc:spChg>
        <pc:spChg chg="add mod">
          <ac:chgData name="Jonah St. Hilaire" userId="9d0a7af2-d0bd-4748-b50b-5cc37e0fdaa3" providerId="ADAL" clId="{58AAB240-BB3C-43BA-87E9-80C5D70C8BCC}" dt="2026-10-29T14:31:01.532" v="5329" actId="1038"/>
          <ac:spMkLst>
            <pc:docMk/>
            <pc:sldMk cId="2711191929" sldId="261"/>
            <ac:spMk id="26" creationId="{AE55CCCC-A19B-FAC8-8644-6796649C0417}"/>
          </ac:spMkLst>
        </pc:spChg>
        <pc:spChg chg="mod">
          <ac:chgData name="Jonah St. Hilaire" userId="9d0a7af2-d0bd-4748-b50b-5cc37e0fdaa3" providerId="ADAL" clId="{58AAB240-BB3C-43BA-87E9-80C5D70C8BCC}" dt="2026-10-29T14:54:02.337" v="5451" actId="20577"/>
          <ac:spMkLst>
            <pc:docMk/>
            <pc:sldMk cId="2711191929" sldId="261"/>
            <ac:spMk id="100" creationId="{68FE51B0-DE23-9DDC-46A1-0AD43174BFD6}"/>
          </ac:spMkLst>
        </pc:spChg>
        <pc:spChg chg="mod topLvl">
          <ac:chgData name="Jonah St. Hilaire" userId="9d0a7af2-d0bd-4748-b50b-5cc37e0fdaa3" providerId="ADAL" clId="{58AAB240-BB3C-43BA-87E9-80C5D70C8BCC}" dt="2026-10-29T21:45:42.563" v="5481" actId="1076"/>
          <ac:spMkLst>
            <pc:docMk/>
            <pc:sldMk cId="2711191929" sldId="261"/>
            <ac:spMk id="102" creationId="{9592EF24-4962-D75F-8E55-F1FDF163CFAA}"/>
          </ac:spMkLst>
        </pc:spChg>
        <pc:spChg chg="mod">
          <ac:chgData name="Jonah St. Hilaire" userId="9d0a7af2-d0bd-4748-b50b-5cc37e0fdaa3" providerId="ADAL" clId="{58AAB240-BB3C-43BA-87E9-80C5D70C8BCC}" dt="2026-10-08T18:12:27.387" v="5157" actId="20577"/>
          <ac:spMkLst>
            <pc:docMk/>
            <pc:sldMk cId="2711191929" sldId="261"/>
            <ac:spMk id="130" creationId="{AE6252B7-0B47-D446-EC58-3998F967477A}"/>
          </ac:spMkLst>
        </pc:spChg>
        <pc:spChg chg="mod">
          <ac:chgData name="Jonah St. Hilaire" userId="9d0a7af2-d0bd-4748-b50b-5cc37e0fdaa3" providerId="ADAL" clId="{58AAB240-BB3C-43BA-87E9-80C5D70C8BCC}" dt="2026-10-29T14:31:01.532" v="5329" actId="1038"/>
          <ac:spMkLst>
            <pc:docMk/>
            <pc:sldMk cId="2711191929" sldId="261"/>
            <ac:spMk id="133" creationId="{50BAC518-4969-8D68-1E4F-9B6446879155}"/>
          </ac:spMkLst>
        </pc:spChg>
        <pc:spChg chg="mod">
          <ac:chgData name="Jonah St. Hilaire" userId="9d0a7af2-d0bd-4748-b50b-5cc37e0fdaa3" providerId="ADAL" clId="{58AAB240-BB3C-43BA-87E9-80C5D70C8BCC}" dt="2026-10-29T14:31:01.532" v="5329" actId="1038"/>
          <ac:spMkLst>
            <pc:docMk/>
            <pc:sldMk cId="2711191929" sldId="261"/>
            <ac:spMk id="134" creationId="{C1203054-8853-4B5E-5D11-A8E5A28B9B3B}"/>
          </ac:spMkLst>
        </pc:spChg>
        <pc:spChg chg="mod">
          <ac:chgData name="Jonah St. Hilaire" userId="9d0a7af2-d0bd-4748-b50b-5cc37e0fdaa3" providerId="ADAL" clId="{58AAB240-BB3C-43BA-87E9-80C5D70C8BCC}" dt="2026-10-29T14:31:01.532" v="5329" actId="1038"/>
          <ac:spMkLst>
            <pc:docMk/>
            <pc:sldMk cId="2711191929" sldId="261"/>
            <ac:spMk id="174" creationId="{C94686C0-5624-B1DC-B049-156BF4520E33}"/>
          </ac:spMkLst>
        </pc:spChg>
        <pc:spChg chg="mod">
          <ac:chgData name="Jonah St. Hilaire" userId="9d0a7af2-d0bd-4748-b50b-5cc37e0fdaa3" providerId="ADAL" clId="{58AAB240-BB3C-43BA-87E9-80C5D70C8BCC}" dt="2026-10-29T14:31:01.532" v="5329" actId="1038"/>
          <ac:spMkLst>
            <pc:docMk/>
            <pc:sldMk cId="2711191929" sldId="261"/>
            <ac:spMk id="205" creationId="{13433988-653C-8DB3-2C68-D1FA5C468346}"/>
          </ac:spMkLst>
        </pc:spChg>
        <pc:spChg chg="mod">
          <ac:chgData name="Jonah St. Hilaire" userId="9d0a7af2-d0bd-4748-b50b-5cc37e0fdaa3" providerId="ADAL" clId="{58AAB240-BB3C-43BA-87E9-80C5D70C8BCC}" dt="2026-10-29T14:31:01.532" v="5329" actId="1038"/>
          <ac:spMkLst>
            <pc:docMk/>
            <pc:sldMk cId="2711191929" sldId="261"/>
            <ac:spMk id="207" creationId="{1AF226F3-0B10-7E99-7F7F-BA0048598D8B}"/>
          </ac:spMkLst>
        </pc:spChg>
        <pc:grpChg chg="del">
          <ac:chgData name="Jonah St. Hilaire" userId="9d0a7af2-d0bd-4748-b50b-5cc37e0fdaa3" providerId="ADAL" clId="{58AAB240-BB3C-43BA-87E9-80C5D70C8BCC}" dt="2026-10-29T21:43:01.095" v="5459" actId="478"/>
          <ac:grpSpMkLst>
            <pc:docMk/>
            <pc:sldMk cId="2711191929" sldId="261"/>
            <ac:grpSpMk id="101" creationId="{BE9A6059-EE12-FB37-0089-285A11E84759}"/>
          </ac:grpSpMkLst>
        </pc:grpChg>
        <pc:picChg chg="add mod">
          <ac:chgData name="Jonah St. Hilaire" userId="9d0a7af2-d0bd-4748-b50b-5cc37e0fdaa3" providerId="ADAL" clId="{58AAB240-BB3C-43BA-87E9-80C5D70C8BCC}" dt="2026-10-29T14:39:42.824" v="5413" actId="1076"/>
          <ac:picMkLst>
            <pc:docMk/>
            <pc:sldMk cId="2711191929" sldId="261"/>
            <ac:picMk id="16" creationId="{9419EBBC-2800-E5DB-90F0-B6ACC34F1D2E}"/>
          </ac:picMkLst>
        </pc:picChg>
        <pc:picChg chg="add del mod">
          <ac:chgData name="Jonah St. Hilaire" userId="9d0a7af2-d0bd-4748-b50b-5cc37e0fdaa3" providerId="ADAL" clId="{58AAB240-BB3C-43BA-87E9-80C5D70C8BCC}" dt="2026-10-29T21:42:08.479" v="5457" actId="478"/>
          <ac:picMkLst>
            <pc:docMk/>
            <pc:sldMk cId="2711191929" sldId="261"/>
            <ac:picMk id="18" creationId="{9383B7AE-3393-395C-D13F-402367EFF06D}"/>
          </ac:picMkLst>
        </pc:picChg>
        <pc:picChg chg="add del mod">
          <ac:chgData name="Jonah St. Hilaire" userId="9d0a7af2-d0bd-4748-b50b-5cc37e0fdaa3" providerId="ADAL" clId="{58AAB240-BB3C-43BA-87E9-80C5D70C8BCC}" dt="2026-10-29T14:50:00.594" v="5437" actId="931"/>
          <ac:picMkLst>
            <pc:docMk/>
            <pc:sldMk cId="2711191929" sldId="261"/>
            <ac:picMk id="20" creationId="{0853370D-ACBC-DFA0-5F73-6C2FADB59DAB}"/>
          </ac:picMkLst>
        </pc:picChg>
        <pc:picChg chg="add del mod">
          <ac:chgData name="Jonah St. Hilaire" userId="9d0a7af2-d0bd-4748-b50b-5cc37e0fdaa3" providerId="ADAL" clId="{58AAB240-BB3C-43BA-87E9-80C5D70C8BCC}" dt="2026-10-29T21:45:10.021" v="5469" actId="478"/>
          <ac:picMkLst>
            <pc:docMk/>
            <pc:sldMk cId="2711191929" sldId="261"/>
            <ac:picMk id="22" creationId="{F7442FF1-0539-6113-3FFD-FA3793879CAD}"/>
          </ac:picMkLst>
        </pc:picChg>
        <pc:picChg chg="add mod">
          <ac:chgData name="Jonah St. Hilaire" userId="9d0a7af2-d0bd-4748-b50b-5cc37e0fdaa3" providerId="ADAL" clId="{58AAB240-BB3C-43BA-87E9-80C5D70C8BCC}" dt="2026-10-29T21:45:49.918" v="5489" actId="1035"/>
          <ac:picMkLst>
            <pc:docMk/>
            <pc:sldMk cId="2711191929" sldId="261"/>
            <ac:picMk id="27" creationId="{FB5F763B-DE25-DBD5-69DC-963823604429}"/>
          </ac:picMkLst>
        </pc:picChg>
        <pc:picChg chg="add mod">
          <ac:chgData name="Jonah St. Hilaire" userId="9d0a7af2-d0bd-4748-b50b-5cc37e0fdaa3" providerId="ADAL" clId="{58AAB240-BB3C-43BA-87E9-80C5D70C8BCC}" dt="2026-10-29T14:54:07.940" v="5452" actId="1076"/>
          <ac:picMkLst>
            <pc:docMk/>
            <pc:sldMk cId="2711191929" sldId="261"/>
            <ac:picMk id="35" creationId="{F3F74100-3D35-8EED-35FF-543C90B32F60}"/>
          </ac:picMkLst>
        </pc:picChg>
        <pc:picChg chg="del mod topLvl">
          <ac:chgData name="Jonah St. Hilaire" userId="9d0a7af2-d0bd-4748-b50b-5cc37e0fdaa3" providerId="ADAL" clId="{58AAB240-BB3C-43BA-87E9-80C5D70C8BCC}" dt="2026-10-29T21:43:01.095" v="5459" actId="478"/>
          <ac:picMkLst>
            <pc:docMk/>
            <pc:sldMk cId="2711191929" sldId="261"/>
            <ac:picMk id="103" creationId="{3C8EA0AB-9FC3-D7A8-D0EF-C5A875E63BB7}"/>
          </ac:picMkLst>
        </pc:picChg>
        <pc:cxnChg chg="add mod">
          <ac:chgData name="Jonah St. Hilaire" userId="9d0a7af2-d0bd-4748-b50b-5cc37e0fdaa3" providerId="ADAL" clId="{58AAB240-BB3C-43BA-87E9-80C5D70C8BCC}" dt="2026-10-29T14:30:15.813" v="5316" actId="1038"/>
          <ac:cxnSpMkLst>
            <pc:docMk/>
            <pc:sldMk cId="2711191929" sldId="261"/>
            <ac:cxnSpMk id="9" creationId="{CD4093AA-D09B-88FA-F187-87CF36C8E740}"/>
          </ac:cxnSpMkLst>
        </pc:cxnChg>
        <pc:cxnChg chg="add mod">
          <ac:chgData name="Jonah St. Hilaire" userId="9d0a7af2-d0bd-4748-b50b-5cc37e0fdaa3" providerId="ADAL" clId="{58AAB240-BB3C-43BA-87E9-80C5D70C8BCC}" dt="2026-10-29T14:30:15.813" v="5316" actId="1038"/>
          <ac:cxnSpMkLst>
            <pc:docMk/>
            <pc:sldMk cId="2711191929" sldId="261"/>
            <ac:cxnSpMk id="10" creationId="{8C01ACE9-3AE1-EC54-AD62-932D7652A471}"/>
          </ac:cxnSpMkLst>
        </pc:cxnChg>
        <pc:cxnChg chg="add del">
          <ac:chgData name="Jonah St. Hilaire" userId="9d0a7af2-d0bd-4748-b50b-5cc37e0fdaa3" providerId="ADAL" clId="{58AAB240-BB3C-43BA-87E9-80C5D70C8BCC}" dt="2026-10-29T14:50:34.126" v="5442" actId="478"/>
          <ac:cxnSpMkLst>
            <pc:docMk/>
            <pc:sldMk cId="2711191929" sldId="261"/>
            <ac:cxnSpMk id="27" creationId="{3D2DEDF5-9689-BA6A-5BF2-79904756D9F0}"/>
          </ac:cxnSpMkLst>
        </pc:cxnChg>
        <pc:cxnChg chg="add del">
          <ac:chgData name="Jonah St. Hilaire" userId="9d0a7af2-d0bd-4748-b50b-5cc37e0fdaa3" providerId="ADAL" clId="{58AAB240-BB3C-43BA-87E9-80C5D70C8BCC}" dt="2026-10-29T14:50:53.735" v="5446" actId="478"/>
          <ac:cxnSpMkLst>
            <pc:docMk/>
            <pc:sldMk cId="2711191929" sldId="261"/>
            <ac:cxnSpMk id="31" creationId="{448F30A0-14BD-B603-2814-BC367FB0A74C}"/>
          </ac:cxnSpMkLst>
        </pc:cxnChg>
        <pc:cxnChg chg="mod">
          <ac:chgData name="Jonah St. Hilaire" userId="9d0a7af2-d0bd-4748-b50b-5cc37e0fdaa3" providerId="ADAL" clId="{58AAB240-BB3C-43BA-87E9-80C5D70C8BCC}" dt="2026-10-08T18:14:22.046" v="5194" actId="692"/>
          <ac:cxnSpMkLst>
            <pc:docMk/>
            <pc:sldMk cId="2711191929" sldId="261"/>
            <ac:cxnSpMk id="181" creationId="{B8E39D0D-BF4D-D834-8CD7-3BDEC111E741}"/>
          </ac:cxnSpMkLst>
        </pc:cxnChg>
        <pc:cxnChg chg="mod">
          <ac:chgData name="Jonah St. Hilaire" userId="9d0a7af2-d0bd-4748-b50b-5cc37e0fdaa3" providerId="ADAL" clId="{58AAB240-BB3C-43BA-87E9-80C5D70C8BCC}" dt="2026-10-29T14:50:30.311" v="5441" actId="14100"/>
          <ac:cxnSpMkLst>
            <pc:docMk/>
            <pc:sldMk cId="2711191929" sldId="261"/>
            <ac:cxnSpMk id="189" creationId="{25D892B0-65AA-DFA6-541D-21EAF220573E}"/>
          </ac:cxnSpMkLst>
        </pc:cxnChg>
        <pc:cxnChg chg="mod">
          <ac:chgData name="Jonah St. Hilaire" userId="9d0a7af2-d0bd-4748-b50b-5cc37e0fdaa3" providerId="ADAL" clId="{58AAB240-BB3C-43BA-87E9-80C5D70C8BCC}" dt="2026-10-29T21:43:06.838" v="5462" actId="1076"/>
          <ac:cxnSpMkLst>
            <pc:docMk/>
            <pc:sldMk cId="2711191929" sldId="261"/>
            <ac:cxnSpMk id="192" creationId="{92E31983-E28F-A960-816D-B52640928B1D}"/>
          </ac:cxnSpMkLst>
        </pc:cxnChg>
      </pc:sldChg>
      <pc:sldChg chg="addSp delSp modSp add mod">
        <pc:chgData name="Jonah St. Hilaire" userId="9d0a7af2-d0bd-4748-b50b-5cc37e0fdaa3" providerId="ADAL" clId="{58AAB240-BB3C-43BA-87E9-80C5D70C8BCC}" dt="2026-10-08T21:43:59.166" v="5276" actId="20577"/>
        <pc:sldMkLst>
          <pc:docMk/>
          <pc:sldMk cId="2295387406" sldId="262"/>
        </pc:sldMkLst>
        <pc:spChg chg="add mod">
          <ac:chgData name="Jonah St. Hilaire" userId="9d0a7af2-d0bd-4748-b50b-5cc37e0fdaa3" providerId="ADAL" clId="{58AAB240-BB3C-43BA-87E9-80C5D70C8BCC}" dt="2026-10-08T21:43:45.863" v="5272" actId="404"/>
          <ac:spMkLst>
            <pc:docMk/>
            <pc:sldMk cId="2295387406" sldId="262"/>
            <ac:spMk id="2" creationId="{7EBCABED-745A-A13A-41F3-186ECD721924}"/>
          </ac:spMkLst>
        </pc:spChg>
        <pc:spChg chg="add mod">
          <ac:chgData name="Jonah St. Hilaire" userId="9d0a7af2-d0bd-4748-b50b-5cc37e0fdaa3" providerId="ADAL" clId="{58AAB240-BB3C-43BA-87E9-80C5D70C8BCC}" dt="2026-10-08T21:43:59.166" v="5276" actId="20577"/>
          <ac:spMkLst>
            <pc:docMk/>
            <pc:sldMk cId="2295387406" sldId="262"/>
            <ac:spMk id="4" creationId="{68333461-EBDE-E24A-EE76-0069E5470A01}"/>
          </ac:spMkLst>
        </pc:spChg>
        <pc:spChg chg="add mod">
          <ac:chgData name="Jonah St. Hilaire" userId="9d0a7af2-d0bd-4748-b50b-5cc37e0fdaa3" providerId="ADAL" clId="{58AAB240-BB3C-43BA-87E9-80C5D70C8BCC}" dt="2026-10-08T18:18:34.843" v="5263" actId="1076"/>
          <ac:spMkLst>
            <pc:docMk/>
            <pc:sldMk cId="2295387406" sldId="262"/>
            <ac:spMk id="6" creationId="{42B5D145-1FE9-E9F2-AE1A-4543877425A8}"/>
          </ac:spMkLst>
        </pc:spChg>
        <pc:spChg chg="add mod">
          <ac:chgData name="Jonah St. Hilaire" userId="9d0a7af2-d0bd-4748-b50b-5cc37e0fdaa3" providerId="ADAL" clId="{58AAB240-BB3C-43BA-87E9-80C5D70C8BCC}" dt="2026-10-08T18:18:34.843" v="5263" actId="1076"/>
          <ac:spMkLst>
            <pc:docMk/>
            <pc:sldMk cId="2295387406" sldId="262"/>
            <ac:spMk id="10" creationId="{6072E3D3-ED0C-0736-B5AC-A6F8820B15FC}"/>
          </ac:spMkLst>
        </pc:spChg>
        <pc:spChg chg="add mod">
          <ac:chgData name="Jonah St. Hilaire" userId="9d0a7af2-d0bd-4748-b50b-5cc37e0fdaa3" providerId="ADAL" clId="{58AAB240-BB3C-43BA-87E9-80C5D70C8BCC}" dt="2026-10-08T18:18:34.843" v="5263" actId="1076"/>
          <ac:spMkLst>
            <pc:docMk/>
            <pc:sldMk cId="2295387406" sldId="262"/>
            <ac:spMk id="22" creationId="{6D5F0E26-8FB6-F596-6944-2D98343D494B}"/>
          </ac:spMkLst>
        </pc:spChg>
        <pc:spChg chg="add mod">
          <ac:chgData name="Jonah St. Hilaire" userId="9d0a7af2-d0bd-4748-b50b-5cc37e0fdaa3" providerId="ADAL" clId="{58AAB240-BB3C-43BA-87E9-80C5D70C8BCC}" dt="2026-10-08T18:18:34.843" v="5263" actId="1076"/>
          <ac:spMkLst>
            <pc:docMk/>
            <pc:sldMk cId="2295387406" sldId="262"/>
            <ac:spMk id="27" creationId="{358CD540-749E-6CD5-5ED0-EA8142970219}"/>
          </ac:spMkLst>
        </pc:spChg>
        <pc:spChg chg="add mod">
          <ac:chgData name="Jonah St. Hilaire" userId="9d0a7af2-d0bd-4748-b50b-5cc37e0fdaa3" providerId="ADAL" clId="{58AAB240-BB3C-43BA-87E9-80C5D70C8BCC}" dt="2026-10-08T18:18:34.843" v="5263" actId="1076"/>
          <ac:spMkLst>
            <pc:docMk/>
            <pc:sldMk cId="2295387406" sldId="262"/>
            <ac:spMk id="30" creationId="{1E139E5D-03BA-9E23-91A3-CA93730B89C5}"/>
          </ac:spMkLst>
        </pc:spChg>
        <pc:cxnChg chg="add mod">
          <ac:chgData name="Jonah St. Hilaire" userId="9d0a7af2-d0bd-4748-b50b-5cc37e0fdaa3" providerId="ADAL" clId="{58AAB240-BB3C-43BA-87E9-80C5D70C8BCC}" dt="2026-10-08T18:18:34.843" v="5263" actId="1076"/>
          <ac:cxnSpMkLst>
            <pc:docMk/>
            <pc:sldMk cId="2295387406" sldId="262"/>
            <ac:cxnSpMk id="18" creationId="{558B3977-A2EC-22EA-8F42-38FB48B958C6}"/>
          </ac:cxnSpMkLst>
        </pc:cxnChg>
        <pc:cxnChg chg="add mod">
          <ac:chgData name="Jonah St. Hilaire" userId="9d0a7af2-d0bd-4748-b50b-5cc37e0fdaa3" providerId="ADAL" clId="{58AAB240-BB3C-43BA-87E9-80C5D70C8BCC}" dt="2026-10-08T18:18:34.843" v="5263" actId="1076"/>
          <ac:cxnSpMkLst>
            <pc:docMk/>
            <pc:sldMk cId="2295387406" sldId="262"/>
            <ac:cxnSpMk id="34" creationId="{8B8058BC-F12B-598D-7A06-E2F5B77BDAC9}"/>
          </ac:cxnSpMkLst>
        </pc:cxnChg>
        <pc:cxnChg chg="add mod">
          <ac:chgData name="Jonah St. Hilaire" userId="9d0a7af2-d0bd-4748-b50b-5cc37e0fdaa3" providerId="ADAL" clId="{58AAB240-BB3C-43BA-87E9-80C5D70C8BCC}" dt="2026-10-08T18:18:34.843" v="5263" actId="1076"/>
          <ac:cxnSpMkLst>
            <pc:docMk/>
            <pc:sldMk cId="2295387406" sldId="262"/>
            <ac:cxnSpMk id="36" creationId="{E741EC34-EF81-6EE6-451C-C19DF5B0EAE0}"/>
          </ac:cxnSpMkLst>
        </pc:cxnChg>
        <pc:cxnChg chg="add mod">
          <ac:chgData name="Jonah St. Hilaire" userId="9d0a7af2-d0bd-4748-b50b-5cc37e0fdaa3" providerId="ADAL" clId="{58AAB240-BB3C-43BA-87E9-80C5D70C8BCC}" dt="2026-10-08T18:18:34.843" v="5263" actId="1076"/>
          <ac:cxnSpMkLst>
            <pc:docMk/>
            <pc:sldMk cId="2295387406" sldId="262"/>
            <ac:cxnSpMk id="40" creationId="{27E29354-2576-F047-8CA0-9540D510A364}"/>
          </ac:cxnSpMkLst>
        </pc:cxnChg>
        <pc:cxnChg chg="add mod">
          <ac:chgData name="Jonah St. Hilaire" userId="9d0a7af2-d0bd-4748-b50b-5cc37e0fdaa3" providerId="ADAL" clId="{58AAB240-BB3C-43BA-87E9-80C5D70C8BCC}" dt="2026-10-08T18:18:34.843" v="5263" actId="1076"/>
          <ac:cxnSpMkLst>
            <pc:docMk/>
            <pc:sldMk cId="2295387406" sldId="262"/>
            <ac:cxnSpMk id="47" creationId="{97270A09-F56C-C80A-9E87-8BED291E256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B76C8-650E-46E7-9239-6D2B71F9A944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22375" y="1143000"/>
            <a:ext cx="9302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4A32F-C695-4BF9-863B-752C2D5BBE9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973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F4A32F-C695-4BF9-863B-752C2D5BBE96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0869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172506"/>
            <a:ext cx="16199644" cy="2494268"/>
          </a:xfrm>
        </p:spPr>
        <p:txBody>
          <a:bodyPr anchor="b"/>
          <a:lstStyle>
            <a:lvl1pPr algn="ctr">
              <a:defRPr sz="6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3762963"/>
            <a:ext cx="16199644" cy="1729735"/>
          </a:xfrm>
        </p:spPr>
        <p:txBody>
          <a:bodyPr/>
          <a:lstStyle>
            <a:lvl1pPr marL="0" indent="0" algn="ctr">
              <a:buNone/>
              <a:defRPr sz="2507"/>
            </a:lvl1pPr>
            <a:lvl2pPr marL="477637" indent="0" algn="ctr">
              <a:buNone/>
              <a:defRPr sz="2089"/>
            </a:lvl2pPr>
            <a:lvl3pPr marL="955274" indent="0" algn="ctr">
              <a:buNone/>
              <a:defRPr sz="1880"/>
            </a:lvl3pPr>
            <a:lvl4pPr marL="1432911" indent="0" algn="ctr">
              <a:buNone/>
              <a:defRPr sz="1672"/>
            </a:lvl4pPr>
            <a:lvl5pPr marL="1910547" indent="0" algn="ctr">
              <a:buNone/>
              <a:defRPr sz="1672"/>
            </a:lvl5pPr>
            <a:lvl6pPr marL="2388184" indent="0" algn="ctr">
              <a:buNone/>
              <a:defRPr sz="1672"/>
            </a:lvl6pPr>
            <a:lvl7pPr marL="2865821" indent="0" algn="ctr">
              <a:buNone/>
              <a:defRPr sz="1672"/>
            </a:lvl7pPr>
            <a:lvl8pPr marL="3343458" indent="0" algn="ctr">
              <a:buNone/>
              <a:defRPr sz="1672"/>
            </a:lvl8pPr>
            <a:lvl9pPr marL="3821095" indent="0" algn="ctr">
              <a:buNone/>
              <a:defRPr sz="16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401E-E5C6-4ADA-88C9-F7478DD83A36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2D810-4ECA-4F21-B577-1BFFECC444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708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401E-E5C6-4ADA-88C9-F7478DD83A36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2D810-4ECA-4F21-B577-1BFFECC444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4775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1786123"/>
            <a:ext cx="18629590" cy="2980186"/>
          </a:xfrm>
        </p:spPr>
        <p:txBody>
          <a:bodyPr anchor="b"/>
          <a:lstStyle>
            <a:lvl1pPr>
              <a:defRPr sz="62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4794503"/>
            <a:ext cx="18629590" cy="1567209"/>
          </a:xfrm>
        </p:spPr>
        <p:txBody>
          <a:bodyPr/>
          <a:lstStyle>
            <a:lvl1pPr marL="0" indent="0">
              <a:buNone/>
              <a:defRPr sz="2507">
                <a:solidFill>
                  <a:schemeClr val="tx1">
                    <a:tint val="82000"/>
                  </a:schemeClr>
                </a:solidFill>
              </a:defRPr>
            </a:lvl1pPr>
            <a:lvl2pPr marL="477637" indent="0">
              <a:buNone/>
              <a:defRPr sz="2089">
                <a:solidFill>
                  <a:schemeClr val="tx1">
                    <a:tint val="82000"/>
                  </a:schemeClr>
                </a:solidFill>
              </a:defRPr>
            </a:lvl2pPr>
            <a:lvl3pPr marL="955274" indent="0">
              <a:buNone/>
              <a:defRPr sz="1880">
                <a:solidFill>
                  <a:schemeClr val="tx1">
                    <a:tint val="82000"/>
                  </a:schemeClr>
                </a:solidFill>
              </a:defRPr>
            </a:lvl3pPr>
            <a:lvl4pPr marL="1432911" indent="0">
              <a:buNone/>
              <a:defRPr sz="1672">
                <a:solidFill>
                  <a:schemeClr val="tx1">
                    <a:tint val="82000"/>
                  </a:schemeClr>
                </a:solidFill>
              </a:defRPr>
            </a:lvl4pPr>
            <a:lvl5pPr marL="1910547" indent="0">
              <a:buNone/>
              <a:defRPr sz="1672">
                <a:solidFill>
                  <a:schemeClr val="tx1">
                    <a:tint val="82000"/>
                  </a:schemeClr>
                </a:solidFill>
              </a:defRPr>
            </a:lvl5pPr>
            <a:lvl6pPr marL="2388184" indent="0">
              <a:buNone/>
              <a:defRPr sz="1672">
                <a:solidFill>
                  <a:schemeClr val="tx1">
                    <a:tint val="82000"/>
                  </a:schemeClr>
                </a:solidFill>
              </a:defRPr>
            </a:lvl6pPr>
            <a:lvl7pPr marL="2865821" indent="0">
              <a:buNone/>
              <a:defRPr sz="1672">
                <a:solidFill>
                  <a:schemeClr val="tx1">
                    <a:tint val="82000"/>
                  </a:schemeClr>
                </a:solidFill>
              </a:defRPr>
            </a:lvl7pPr>
            <a:lvl8pPr marL="3343458" indent="0">
              <a:buNone/>
              <a:defRPr sz="1672">
                <a:solidFill>
                  <a:schemeClr val="tx1">
                    <a:tint val="82000"/>
                  </a:schemeClr>
                </a:solidFill>
              </a:defRPr>
            </a:lvl8pPr>
            <a:lvl9pPr marL="3821095" indent="0">
              <a:buNone/>
              <a:defRPr sz="16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401E-E5C6-4ADA-88C9-F7478DD83A36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2D810-4ECA-4F21-B577-1BFFECC444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9017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907187"/>
            <a:ext cx="9179798" cy="4545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907187"/>
            <a:ext cx="9179798" cy="4545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401E-E5C6-4ADA-88C9-F7478DD83A36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2D810-4ECA-4F21-B577-1BFFECC444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515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381438"/>
            <a:ext cx="18629590" cy="13847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1756271"/>
            <a:ext cx="9137611" cy="860721"/>
          </a:xfrm>
        </p:spPr>
        <p:txBody>
          <a:bodyPr anchor="b"/>
          <a:lstStyle>
            <a:lvl1pPr marL="0" indent="0">
              <a:buNone/>
              <a:defRPr sz="2507" b="1"/>
            </a:lvl1pPr>
            <a:lvl2pPr marL="477637" indent="0">
              <a:buNone/>
              <a:defRPr sz="2089" b="1"/>
            </a:lvl2pPr>
            <a:lvl3pPr marL="955274" indent="0">
              <a:buNone/>
              <a:defRPr sz="1880" b="1"/>
            </a:lvl3pPr>
            <a:lvl4pPr marL="1432911" indent="0">
              <a:buNone/>
              <a:defRPr sz="1672" b="1"/>
            </a:lvl4pPr>
            <a:lvl5pPr marL="1910547" indent="0">
              <a:buNone/>
              <a:defRPr sz="1672" b="1"/>
            </a:lvl5pPr>
            <a:lvl6pPr marL="2388184" indent="0">
              <a:buNone/>
              <a:defRPr sz="1672" b="1"/>
            </a:lvl6pPr>
            <a:lvl7pPr marL="2865821" indent="0">
              <a:buNone/>
              <a:defRPr sz="1672" b="1"/>
            </a:lvl7pPr>
            <a:lvl8pPr marL="3343458" indent="0">
              <a:buNone/>
              <a:defRPr sz="1672" b="1"/>
            </a:lvl8pPr>
            <a:lvl9pPr marL="3821095" indent="0">
              <a:buNone/>
              <a:defRPr sz="1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2616992"/>
            <a:ext cx="9137611" cy="38492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1756271"/>
            <a:ext cx="9182611" cy="860721"/>
          </a:xfrm>
        </p:spPr>
        <p:txBody>
          <a:bodyPr anchor="b"/>
          <a:lstStyle>
            <a:lvl1pPr marL="0" indent="0">
              <a:buNone/>
              <a:defRPr sz="2507" b="1"/>
            </a:lvl1pPr>
            <a:lvl2pPr marL="477637" indent="0">
              <a:buNone/>
              <a:defRPr sz="2089" b="1"/>
            </a:lvl2pPr>
            <a:lvl3pPr marL="955274" indent="0">
              <a:buNone/>
              <a:defRPr sz="1880" b="1"/>
            </a:lvl3pPr>
            <a:lvl4pPr marL="1432911" indent="0">
              <a:buNone/>
              <a:defRPr sz="1672" b="1"/>
            </a:lvl4pPr>
            <a:lvl5pPr marL="1910547" indent="0">
              <a:buNone/>
              <a:defRPr sz="1672" b="1"/>
            </a:lvl5pPr>
            <a:lvl6pPr marL="2388184" indent="0">
              <a:buNone/>
              <a:defRPr sz="1672" b="1"/>
            </a:lvl6pPr>
            <a:lvl7pPr marL="2865821" indent="0">
              <a:buNone/>
              <a:defRPr sz="1672" b="1"/>
            </a:lvl7pPr>
            <a:lvl8pPr marL="3343458" indent="0">
              <a:buNone/>
              <a:defRPr sz="1672" b="1"/>
            </a:lvl8pPr>
            <a:lvl9pPr marL="3821095" indent="0">
              <a:buNone/>
              <a:defRPr sz="1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2616992"/>
            <a:ext cx="9182611" cy="38492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401E-E5C6-4ADA-88C9-F7478DD83A36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2D810-4ECA-4F21-B577-1BFFECC444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7755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401E-E5C6-4ADA-88C9-F7478DD83A36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2D810-4ECA-4F21-B577-1BFFECC444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773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401E-E5C6-4ADA-88C9-F7478DD83A36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2D810-4ECA-4F21-B577-1BFFECC444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718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77626"/>
            <a:ext cx="6966408" cy="1671691"/>
          </a:xfrm>
        </p:spPr>
        <p:txBody>
          <a:bodyPr anchor="b"/>
          <a:lstStyle>
            <a:lvl1pPr>
              <a:defRPr sz="33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031540"/>
            <a:ext cx="10934760" cy="5091359"/>
          </a:xfrm>
        </p:spPr>
        <p:txBody>
          <a:bodyPr/>
          <a:lstStyle>
            <a:lvl1pPr>
              <a:defRPr sz="3343"/>
            </a:lvl1pPr>
            <a:lvl2pPr>
              <a:defRPr sz="2925"/>
            </a:lvl2pPr>
            <a:lvl3pPr>
              <a:defRPr sz="2507"/>
            </a:lvl3pPr>
            <a:lvl4pPr>
              <a:defRPr sz="2089"/>
            </a:lvl4pPr>
            <a:lvl5pPr>
              <a:defRPr sz="2089"/>
            </a:lvl5pPr>
            <a:lvl6pPr>
              <a:defRPr sz="2089"/>
            </a:lvl6pPr>
            <a:lvl7pPr>
              <a:defRPr sz="2089"/>
            </a:lvl7pPr>
            <a:lvl8pPr>
              <a:defRPr sz="2089"/>
            </a:lvl8pPr>
            <a:lvl9pPr>
              <a:defRPr sz="20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149316"/>
            <a:ext cx="6966408" cy="3981875"/>
          </a:xfrm>
        </p:spPr>
        <p:txBody>
          <a:bodyPr/>
          <a:lstStyle>
            <a:lvl1pPr marL="0" indent="0">
              <a:buNone/>
              <a:defRPr sz="1672"/>
            </a:lvl1pPr>
            <a:lvl2pPr marL="477637" indent="0">
              <a:buNone/>
              <a:defRPr sz="1463"/>
            </a:lvl2pPr>
            <a:lvl3pPr marL="955274" indent="0">
              <a:buNone/>
              <a:defRPr sz="1254"/>
            </a:lvl3pPr>
            <a:lvl4pPr marL="1432911" indent="0">
              <a:buNone/>
              <a:defRPr sz="1045"/>
            </a:lvl4pPr>
            <a:lvl5pPr marL="1910547" indent="0">
              <a:buNone/>
              <a:defRPr sz="1045"/>
            </a:lvl5pPr>
            <a:lvl6pPr marL="2388184" indent="0">
              <a:buNone/>
              <a:defRPr sz="1045"/>
            </a:lvl6pPr>
            <a:lvl7pPr marL="2865821" indent="0">
              <a:buNone/>
              <a:defRPr sz="1045"/>
            </a:lvl7pPr>
            <a:lvl8pPr marL="3343458" indent="0">
              <a:buNone/>
              <a:defRPr sz="1045"/>
            </a:lvl8pPr>
            <a:lvl9pPr marL="3821095" indent="0">
              <a:buNone/>
              <a:defRPr sz="10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401E-E5C6-4ADA-88C9-F7478DD83A36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2D810-4ECA-4F21-B577-1BFFECC444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056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77626"/>
            <a:ext cx="6966408" cy="1671691"/>
          </a:xfrm>
        </p:spPr>
        <p:txBody>
          <a:bodyPr anchor="b"/>
          <a:lstStyle>
            <a:lvl1pPr>
              <a:defRPr sz="33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031540"/>
            <a:ext cx="10934760" cy="5091359"/>
          </a:xfrm>
        </p:spPr>
        <p:txBody>
          <a:bodyPr anchor="t"/>
          <a:lstStyle>
            <a:lvl1pPr marL="0" indent="0">
              <a:buNone/>
              <a:defRPr sz="3343"/>
            </a:lvl1pPr>
            <a:lvl2pPr marL="477637" indent="0">
              <a:buNone/>
              <a:defRPr sz="2925"/>
            </a:lvl2pPr>
            <a:lvl3pPr marL="955274" indent="0">
              <a:buNone/>
              <a:defRPr sz="2507"/>
            </a:lvl3pPr>
            <a:lvl4pPr marL="1432911" indent="0">
              <a:buNone/>
              <a:defRPr sz="2089"/>
            </a:lvl4pPr>
            <a:lvl5pPr marL="1910547" indent="0">
              <a:buNone/>
              <a:defRPr sz="2089"/>
            </a:lvl5pPr>
            <a:lvl6pPr marL="2388184" indent="0">
              <a:buNone/>
              <a:defRPr sz="2089"/>
            </a:lvl6pPr>
            <a:lvl7pPr marL="2865821" indent="0">
              <a:buNone/>
              <a:defRPr sz="2089"/>
            </a:lvl7pPr>
            <a:lvl8pPr marL="3343458" indent="0">
              <a:buNone/>
              <a:defRPr sz="2089"/>
            </a:lvl8pPr>
            <a:lvl9pPr marL="3821095" indent="0">
              <a:buNone/>
              <a:defRPr sz="20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149316"/>
            <a:ext cx="6966408" cy="3981875"/>
          </a:xfrm>
        </p:spPr>
        <p:txBody>
          <a:bodyPr/>
          <a:lstStyle>
            <a:lvl1pPr marL="0" indent="0">
              <a:buNone/>
              <a:defRPr sz="1672"/>
            </a:lvl1pPr>
            <a:lvl2pPr marL="477637" indent="0">
              <a:buNone/>
              <a:defRPr sz="1463"/>
            </a:lvl2pPr>
            <a:lvl3pPr marL="955274" indent="0">
              <a:buNone/>
              <a:defRPr sz="1254"/>
            </a:lvl3pPr>
            <a:lvl4pPr marL="1432911" indent="0">
              <a:buNone/>
              <a:defRPr sz="1045"/>
            </a:lvl4pPr>
            <a:lvl5pPr marL="1910547" indent="0">
              <a:buNone/>
              <a:defRPr sz="1045"/>
            </a:lvl5pPr>
            <a:lvl6pPr marL="2388184" indent="0">
              <a:buNone/>
              <a:defRPr sz="1045"/>
            </a:lvl6pPr>
            <a:lvl7pPr marL="2865821" indent="0">
              <a:buNone/>
              <a:defRPr sz="1045"/>
            </a:lvl7pPr>
            <a:lvl8pPr marL="3343458" indent="0">
              <a:buNone/>
              <a:defRPr sz="1045"/>
            </a:lvl8pPr>
            <a:lvl9pPr marL="3821095" indent="0">
              <a:buNone/>
              <a:defRPr sz="10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401E-E5C6-4ADA-88C9-F7478DD83A36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2D810-4ECA-4F21-B577-1BFFECC444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575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401E-E5C6-4ADA-88C9-F7478DD83A36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2D810-4ECA-4F21-B577-1BFFECC444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8342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381437"/>
            <a:ext cx="4657398" cy="60714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381437"/>
            <a:ext cx="13702199" cy="60714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401E-E5C6-4ADA-88C9-F7478DD83A36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2D810-4ECA-4F21-B577-1BFFECC444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325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381438"/>
            <a:ext cx="18629590" cy="1384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907187"/>
            <a:ext cx="18629590" cy="4545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6640327"/>
            <a:ext cx="4859893" cy="381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7401E-E5C6-4ADA-88C9-F7478DD83A36}" type="datetimeFigureOut">
              <a:rPr lang="en-CA" smtClean="0"/>
              <a:t>2026-10-29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6640327"/>
            <a:ext cx="7289840" cy="381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6640327"/>
            <a:ext cx="4859893" cy="381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2D810-4ECA-4F21-B577-1BFFECC444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4865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55274" rtl="0" eaLnBrk="1" latinLnBrk="0" hangingPunct="1">
        <a:lnSpc>
          <a:spcPct val="90000"/>
        </a:lnSpc>
        <a:spcBef>
          <a:spcPct val="0"/>
        </a:spcBef>
        <a:buNone/>
        <a:defRPr sz="45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8818" indent="-238818" algn="l" defTabSz="955274" rtl="0" eaLnBrk="1" latinLnBrk="0" hangingPunct="1">
        <a:lnSpc>
          <a:spcPct val="90000"/>
        </a:lnSpc>
        <a:spcBef>
          <a:spcPts val="1045"/>
        </a:spcBef>
        <a:buFont typeface="Arial" panose="020B0604020202020204" pitchFamily="34" charset="0"/>
        <a:buChar char="•"/>
        <a:defRPr sz="2925" kern="1200">
          <a:solidFill>
            <a:schemeClr val="tx1"/>
          </a:solidFill>
          <a:latin typeface="+mn-lt"/>
          <a:ea typeface="+mn-ea"/>
          <a:cs typeface="+mn-cs"/>
        </a:defRPr>
      </a:lvl1pPr>
      <a:lvl2pPr marL="716455" indent="-238818" algn="l" defTabSz="955274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2507" kern="1200">
          <a:solidFill>
            <a:schemeClr val="tx1"/>
          </a:solidFill>
          <a:latin typeface="+mn-lt"/>
          <a:ea typeface="+mn-ea"/>
          <a:cs typeface="+mn-cs"/>
        </a:defRPr>
      </a:lvl2pPr>
      <a:lvl3pPr marL="1194092" indent="-238818" algn="l" defTabSz="955274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2089" kern="1200">
          <a:solidFill>
            <a:schemeClr val="tx1"/>
          </a:solidFill>
          <a:latin typeface="+mn-lt"/>
          <a:ea typeface="+mn-ea"/>
          <a:cs typeface="+mn-cs"/>
        </a:defRPr>
      </a:lvl3pPr>
      <a:lvl4pPr marL="1671729" indent="-238818" algn="l" defTabSz="955274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1880" kern="1200">
          <a:solidFill>
            <a:schemeClr val="tx1"/>
          </a:solidFill>
          <a:latin typeface="+mn-lt"/>
          <a:ea typeface="+mn-ea"/>
          <a:cs typeface="+mn-cs"/>
        </a:defRPr>
      </a:lvl4pPr>
      <a:lvl5pPr marL="2149366" indent="-238818" algn="l" defTabSz="955274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1880" kern="1200">
          <a:solidFill>
            <a:schemeClr val="tx1"/>
          </a:solidFill>
          <a:latin typeface="+mn-lt"/>
          <a:ea typeface="+mn-ea"/>
          <a:cs typeface="+mn-cs"/>
        </a:defRPr>
      </a:lvl5pPr>
      <a:lvl6pPr marL="2627003" indent="-238818" algn="l" defTabSz="955274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1880" kern="1200">
          <a:solidFill>
            <a:schemeClr val="tx1"/>
          </a:solidFill>
          <a:latin typeface="+mn-lt"/>
          <a:ea typeface="+mn-ea"/>
          <a:cs typeface="+mn-cs"/>
        </a:defRPr>
      </a:lvl6pPr>
      <a:lvl7pPr marL="3104639" indent="-238818" algn="l" defTabSz="955274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1880" kern="1200">
          <a:solidFill>
            <a:schemeClr val="tx1"/>
          </a:solidFill>
          <a:latin typeface="+mn-lt"/>
          <a:ea typeface="+mn-ea"/>
          <a:cs typeface="+mn-cs"/>
        </a:defRPr>
      </a:lvl7pPr>
      <a:lvl8pPr marL="3582276" indent="-238818" algn="l" defTabSz="955274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1880" kern="1200">
          <a:solidFill>
            <a:schemeClr val="tx1"/>
          </a:solidFill>
          <a:latin typeface="+mn-lt"/>
          <a:ea typeface="+mn-ea"/>
          <a:cs typeface="+mn-cs"/>
        </a:defRPr>
      </a:lvl8pPr>
      <a:lvl9pPr marL="4059913" indent="-238818" algn="l" defTabSz="955274" rtl="0" eaLnBrk="1" latinLnBrk="0" hangingPunct="1">
        <a:lnSpc>
          <a:spcPct val="90000"/>
        </a:lnSpc>
        <a:spcBef>
          <a:spcPts val="522"/>
        </a:spcBef>
        <a:buFont typeface="Arial" panose="020B0604020202020204" pitchFamily="34" charset="0"/>
        <a:buChar char="•"/>
        <a:defRPr sz="1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5274" rtl="0" eaLnBrk="1" latinLnBrk="0" hangingPunct="1">
        <a:defRPr sz="1880" kern="1200">
          <a:solidFill>
            <a:schemeClr val="tx1"/>
          </a:solidFill>
          <a:latin typeface="+mn-lt"/>
          <a:ea typeface="+mn-ea"/>
          <a:cs typeface="+mn-cs"/>
        </a:defRPr>
      </a:lvl1pPr>
      <a:lvl2pPr marL="477637" algn="l" defTabSz="955274" rtl="0" eaLnBrk="1" latinLnBrk="0" hangingPunct="1">
        <a:defRPr sz="1880" kern="1200">
          <a:solidFill>
            <a:schemeClr val="tx1"/>
          </a:solidFill>
          <a:latin typeface="+mn-lt"/>
          <a:ea typeface="+mn-ea"/>
          <a:cs typeface="+mn-cs"/>
        </a:defRPr>
      </a:lvl2pPr>
      <a:lvl3pPr marL="955274" algn="l" defTabSz="955274" rtl="0" eaLnBrk="1" latinLnBrk="0" hangingPunct="1">
        <a:defRPr sz="1880" kern="1200">
          <a:solidFill>
            <a:schemeClr val="tx1"/>
          </a:solidFill>
          <a:latin typeface="+mn-lt"/>
          <a:ea typeface="+mn-ea"/>
          <a:cs typeface="+mn-cs"/>
        </a:defRPr>
      </a:lvl3pPr>
      <a:lvl4pPr marL="1432911" algn="l" defTabSz="955274" rtl="0" eaLnBrk="1" latinLnBrk="0" hangingPunct="1">
        <a:defRPr sz="1880" kern="1200">
          <a:solidFill>
            <a:schemeClr val="tx1"/>
          </a:solidFill>
          <a:latin typeface="+mn-lt"/>
          <a:ea typeface="+mn-ea"/>
          <a:cs typeface="+mn-cs"/>
        </a:defRPr>
      </a:lvl4pPr>
      <a:lvl5pPr marL="1910547" algn="l" defTabSz="955274" rtl="0" eaLnBrk="1" latinLnBrk="0" hangingPunct="1">
        <a:defRPr sz="1880" kern="1200">
          <a:solidFill>
            <a:schemeClr val="tx1"/>
          </a:solidFill>
          <a:latin typeface="+mn-lt"/>
          <a:ea typeface="+mn-ea"/>
          <a:cs typeface="+mn-cs"/>
        </a:defRPr>
      </a:lvl5pPr>
      <a:lvl6pPr marL="2388184" algn="l" defTabSz="955274" rtl="0" eaLnBrk="1" latinLnBrk="0" hangingPunct="1">
        <a:defRPr sz="1880" kern="1200">
          <a:solidFill>
            <a:schemeClr val="tx1"/>
          </a:solidFill>
          <a:latin typeface="+mn-lt"/>
          <a:ea typeface="+mn-ea"/>
          <a:cs typeface="+mn-cs"/>
        </a:defRPr>
      </a:lvl6pPr>
      <a:lvl7pPr marL="2865821" algn="l" defTabSz="955274" rtl="0" eaLnBrk="1" latinLnBrk="0" hangingPunct="1">
        <a:defRPr sz="1880" kern="1200">
          <a:solidFill>
            <a:schemeClr val="tx1"/>
          </a:solidFill>
          <a:latin typeface="+mn-lt"/>
          <a:ea typeface="+mn-ea"/>
          <a:cs typeface="+mn-cs"/>
        </a:defRPr>
      </a:lvl7pPr>
      <a:lvl8pPr marL="3343458" algn="l" defTabSz="955274" rtl="0" eaLnBrk="1" latinLnBrk="0" hangingPunct="1">
        <a:defRPr sz="1880" kern="1200">
          <a:solidFill>
            <a:schemeClr val="tx1"/>
          </a:solidFill>
          <a:latin typeface="+mn-lt"/>
          <a:ea typeface="+mn-ea"/>
          <a:cs typeface="+mn-cs"/>
        </a:defRPr>
      </a:lvl8pPr>
      <a:lvl9pPr marL="3821095" algn="l" defTabSz="955274" rtl="0" eaLnBrk="1" latinLnBrk="0" hangingPunct="1">
        <a:defRPr sz="1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hyperlink" Target="https://fabacademy.org/archives/2015/doc/electronics_design_eagle.html" TargetMode="Externa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39.png"/><Relationship Id="rId47" Type="http://schemas.openxmlformats.org/officeDocument/2006/relationships/image" Target="../media/image44.png"/><Relationship Id="rId50" Type="http://schemas.openxmlformats.org/officeDocument/2006/relationships/image" Target="../media/image47.png"/><Relationship Id="rId55" Type="http://schemas.openxmlformats.org/officeDocument/2006/relationships/image" Target="../media/image5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7.png"/><Relationship Id="rId45" Type="http://schemas.openxmlformats.org/officeDocument/2006/relationships/image" Target="../media/image42.png"/><Relationship Id="rId53" Type="http://schemas.openxmlformats.org/officeDocument/2006/relationships/image" Target="../media/image50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1.png"/><Relationship Id="rId52" Type="http://schemas.openxmlformats.org/officeDocument/2006/relationships/image" Target="../media/image49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0.png"/><Relationship Id="rId48" Type="http://schemas.openxmlformats.org/officeDocument/2006/relationships/image" Target="../media/image45.png"/><Relationship Id="rId56" Type="http://schemas.openxmlformats.org/officeDocument/2006/relationships/image" Target="../media/image53.png"/><Relationship Id="rId8" Type="http://schemas.openxmlformats.org/officeDocument/2006/relationships/image" Target="../media/image7.png"/><Relationship Id="rId51" Type="http://schemas.openxmlformats.org/officeDocument/2006/relationships/image" Target="../media/image48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3.png"/><Relationship Id="rId20" Type="http://schemas.openxmlformats.org/officeDocument/2006/relationships/image" Target="../media/image18.png"/><Relationship Id="rId41" Type="http://schemas.openxmlformats.org/officeDocument/2006/relationships/image" Target="../media/image38.png"/><Relationship Id="rId54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24.png"/><Relationship Id="rId39" Type="http://schemas.openxmlformats.org/officeDocument/2006/relationships/image" Target="../media/image89.png"/><Relationship Id="rId21" Type="http://schemas.openxmlformats.org/officeDocument/2006/relationships/image" Target="../media/image72.png"/><Relationship Id="rId34" Type="http://schemas.openxmlformats.org/officeDocument/2006/relationships/image" Target="../media/image8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29" Type="http://schemas.openxmlformats.org/officeDocument/2006/relationships/image" Target="../media/image79.png"/><Relationship Id="rId41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2.png"/><Relationship Id="rId37" Type="http://schemas.openxmlformats.org/officeDocument/2006/relationships/image" Target="../media/image87.png"/><Relationship Id="rId40" Type="http://schemas.openxmlformats.org/officeDocument/2006/relationships/image" Target="../media/image90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8.png"/><Relationship Id="rId36" Type="http://schemas.openxmlformats.org/officeDocument/2006/relationships/image" Target="../media/image86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31" Type="http://schemas.openxmlformats.org/officeDocument/2006/relationships/image" Target="../media/image8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35" Type="http://schemas.openxmlformats.org/officeDocument/2006/relationships/image" Target="../media/image85.png"/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33" Type="http://schemas.openxmlformats.org/officeDocument/2006/relationships/image" Target="../media/image83.png"/><Relationship Id="rId38" Type="http://schemas.openxmlformats.org/officeDocument/2006/relationships/image" Target="../media/image8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26" Type="http://schemas.openxmlformats.org/officeDocument/2006/relationships/image" Target="../media/image115.png"/><Relationship Id="rId3" Type="http://schemas.openxmlformats.org/officeDocument/2006/relationships/image" Target="../media/image93.png"/><Relationship Id="rId21" Type="http://schemas.openxmlformats.org/officeDocument/2006/relationships/image" Target="../media/image110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5" Type="http://schemas.openxmlformats.org/officeDocument/2006/relationships/image" Target="../media/image114.png"/><Relationship Id="rId2" Type="http://schemas.openxmlformats.org/officeDocument/2006/relationships/image" Target="../media/image92.png"/><Relationship Id="rId16" Type="http://schemas.openxmlformats.org/officeDocument/2006/relationships/image" Target="../media/image106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24" Type="http://schemas.openxmlformats.org/officeDocument/2006/relationships/image" Target="../media/image113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23" Type="http://schemas.openxmlformats.org/officeDocument/2006/relationships/image" Target="../media/image112.png"/><Relationship Id="rId10" Type="http://schemas.openxmlformats.org/officeDocument/2006/relationships/image" Target="../media/image100.png"/><Relationship Id="rId19" Type="http://schemas.openxmlformats.org/officeDocument/2006/relationships/image" Target="../media/image108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Relationship Id="rId22" Type="http://schemas.openxmlformats.org/officeDocument/2006/relationships/image" Target="../media/image111.png"/><Relationship Id="rId27" Type="http://schemas.openxmlformats.org/officeDocument/2006/relationships/image" Target="../media/image11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8.png"/><Relationship Id="rId26" Type="http://schemas.openxmlformats.org/officeDocument/2006/relationships/image" Target="../media/image140.png"/><Relationship Id="rId3" Type="http://schemas.openxmlformats.org/officeDocument/2006/relationships/image" Target="../media/image118.png"/><Relationship Id="rId21" Type="http://schemas.openxmlformats.org/officeDocument/2006/relationships/image" Target="../media/image135.png"/><Relationship Id="rId34" Type="http://schemas.openxmlformats.org/officeDocument/2006/relationships/image" Target="../media/image148.sv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5" Type="http://schemas.openxmlformats.org/officeDocument/2006/relationships/image" Target="../media/image139.png"/><Relationship Id="rId33" Type="http://schemas.openxmlformats.org/officeDocument/2006/relationships/image" Target="../media/image147.svg"/><Relationship Id="rId2" Type="http://schemas.openxmlformats.org/officeDocument/2006/relationships/image" Target="../media/image117.png"/><Relationship Id="rId16" Type="http://schemas.openxmlformats.org/officeDocument/2006/relationships/image" Target="../media/image131.png"/><Relationship Id="rId20" Type="http://schemas.openxmlformats.org/officeDocument/2006/relationships/image" Target="../media/image134.png"/><Relationship Id="rId29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24" Type="http://schemas.openxmlformats.org/officeDocument/2006/relationships/image" Target="../media/image138.png"/><Relationship Id="rId32" Type="http://schemas.openxmlformats.org/officeDocument/2006/relationships/image" Target="../media/image146.sv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23" Type="http://schemas.openxmlformats.org/officeDocument/2006/relationships/image" Target="../media/image137.png"/><Relationship Id="rId28" Type="http://schemas.openxmlformats.org/officeDocument/2006/relationships/image" Target="../media/image142.png"/><Relationship Id="rId10" Type="http://schemas.openxmlformats.org/officeDocument/2006/relationships/image" Target="../media/image125.png"/><Relationship Id="rId19" Type="http://schemas.openxmlformats.org/officeDocument/2006/relationships/image" Target="../media/image133.png"/><Relationship Id="rId31" Type="http://schemas.openxmlformats.org/officeDocument/2006/relationships/image" Target="../media/image14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Relationship Id="rId22" Type="http://schemas.openxmlformats.org/officeDocument/2006/relationships/image" Target="../media/image136.png"/><Relationship Id="rId27" Type="http://schemas.openxmlformats.org/officeDocument/2006/relationships/image" Target="../media/image141.png"/><Relationship Id="rId30" Type="http://schemas.openxmlformats.org/officeDocument/2006/relationships/image" Target="../media/image144.png"/><Relationship Id="rId8" Type="http://schemas.openxmlformats.org/officeDocument/2006/relationships/image" Target="../media/image1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0.png"/><Relationship Id="rId2" Type="http://schemas.openxmlformats.org/officeDocument/2006/relationships/image" Target="../media/image14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1B1EC2B-9A33-98FE-29A5-D8AB84CB1A71}"/>
              </a:ext>
            </a:extLst>
          </p:cNvPr>
          <p:cNvSpPr/>
          <p:nvPr/>
        </p:nvSpPr>
        <p:spPr>
          <a:xfrm>
            <a:off x="6814306" y="2900310"/>
            <a:ext cx="95250" cy="952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69F0F2-29EA-DC87-457D-D17B712212C1}"/>
              </a:ext>
            </a:extLst>
          </p:cNvPr>
          <p:cNvSpPr/>
          <p:nvPr/>
        </p:nvSpPr>
        <p:spPr>
          <a:xfrm>
            <a:off x="6301334" y="3395261"/>
            <a:ext cx="95250" cy="952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6E38D3CA-4F2B-074C-CC8C-BB29FA3284E9}"/>
                  </a:ext>
                </a:extLst>
              </p:cNvPr>
              <p:cNvSpPr/>
              <p:nvPr/>
            </p:nvSpPr>
            <p:spPr>
              <a:xfrm>
                <a:off x="7670326" y="3197603"/>
                <a:ext cx="666750" cy="495200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A" sz="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sz="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</m:sub>
                    </m:sSub>
                    <m:r>
                      <a:rPr lang="en-CA" sz="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CA" sz="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 Controller (Discrete)</a:t>
                </a:r>
              </a:p>
              <a:p>
                <a:pPr algn="ctr"/>
                <a:endParaRPr lang="en-CA" sz="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  <m:r>
                        <a:rPr lang="en-US" sz="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CA" sz="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6E38D3CA-4F2B-074C-CC8C-BB29FA3284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326" y="3197603"/>
                <a:ext cx="666750" cy="495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251C0D3C-0074-0CD8-CCC4-45001C732174}"/>
              </a:ext>
            </a:extLst>
          </p:cNvPr>
          <p:cNvGrpSpPr/>
          <p:nvPr/>
        </p:nvGrpSpPr>
        <p:grpSpPr>
          <a:xfrm>
            <a:off x="8597161" y="3748626"/>
            <a:ext cx="2000250" cy="668748"/>
            <a:chOff x="12807156" y="7676528"/>
            <a:chExt cx="6000750" cy="20062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E75A34E2-2C5D-92F5-EB46-6D97F26963E5}"/>
                    </a:ext>
                  </a:extLst>
                </p:cNvPr>
                <p:cNvSpPr/>
                <p:nvPr/>
              </p:nvSpPr>
              <p:spPr>
                <a:xfrm>
                  <a:off x="12807156" y="7779359"/>
                  <a:ext cx="2000250" cy="600075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 w="19050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b>
                          <m:sSubPr>
                            <m:ctrl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  <m:sSub>
                          <m:sSubPr>
                            <m:ctrl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en-CA" sz="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CA" sz="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(Decoupling)</a:t>
                  </a:r>
                </a:p>
              </p:txBody>
            </p:sp>
          </mc:Choice>
          <mc:Fallback xmlns=""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E75A34E2-2C5D-92F5-EB46-6D97F26963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7156" y="7779359"/>
                  <a:ext cx="2000250" cy="600075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C4CCE40E-E5B8-9C23-DCFE-E284245926EA}"/>
                    </a:ext>
                  </a:extLst>
                </p:cNvPr>
                <p:cNvSpPr/>
                <p:nvPr/>
              </p:nvSpPr>
              <p:spPr>
                <a:xfrm>
                  <a:off x="14807406" y="9082697"/>
                  <a:ext cx="2000250" cy="600075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 w="19050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sub>
                        </m:sSub>
                        <m:sSub>
                          <m:sSubPr>
                            <m:ctrl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n-CA" sz="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CA" sz="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(Back EMF Feedforward)</a:t>
                  </a:r>
                </a:p>
              </p:txBody>
            </p:sp>
          </mc:Choice>
          <mc:Fallback xmlns=""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C4CCE40E-E5B8-9C23-DCFE-E284245926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07406" y="9082697"/>
                  <a:ext cx="2000250" cy="600075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443BAD40-5E01-A261-0428-2661160579F4}"/>
                    </a:ext>
                  </a:extLst>
                </p:cNvPr>
                <p:cNvSpPr/>
                <p:nvPr/>
              </p:nvSpPr>
              <p:spPr>
                <a:xfrm>
                  <a:off x="16807656" y="7779359"/>
                  <a:ext cx="2000250" cy="600075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 w="19050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𝑓𝑓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q</m:t>
                            </m:r>
                          </m:sup>
                        </m:sSubSup>
                      </m:oMath>
                    </m:oMathPara>
                  </a14:m>
                  <a:endParaRPr lang="en-CA" sz="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CA" sz="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(Feedforward)</a:t>
                  </a:r>
                </a:p>
              </p:txBody>
            </p:sp>
          </mc:Choice>
          <mc:Fallback xmlns=""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443BAD40-5E01-A261-0428-2661160579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07656" y="7779359"/>
                  <a:ext cx="2000250" cy="600075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2B3EE60-B805-5F8F-D426-575D8CD645C4}"/>
                </a:ext>
              </a:extLst>
            </p:cNvPr>
            <p:cNvSpPr/>
            <p:nvPr/>
          </p:nvSpPr>
          <p:spPr>
            <a:xfrm>
              <a:off x="15664656" y="7936521"/>
              <a:ext cx="285750" cy="28575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12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CB77834-7002-69B6-FA65-3C295452A355}"/>
                </a:ext>
              </a:extLst>
            </p:cNvPr>
            <p:cNvCxnSpPr>
              <a:stCxn id="11" idx="3"/>
              <a:endCxn id="22" idx="2"/>
            </p:cNvCxnSpPr>
            <p:nvPr/>
          </p:nvCxnSpPr>
          <p:spPr>
            <a:xfrm flipV="1">
              <a:off x="14807406" y="8079396"/>
              <a:ext cx="85725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51B5F8C-B5F7-3B95-9E59-AD94428C0BB2}"/>
                </a:ext>
              </a:extLst>
            </p:cNvPr>
            <p:cNvCxnSpPr>
              <a:stCxn id="14" idx="1"/>
              <a:endCxn id="22" idx="6"/>
            </p:cNvCxnSpPr>
            <p:nvPr/>
          </p:nvCxnSpPr>
          <p:spPr>
            <a:xfrm flipH="1" flipV="1">
              <a:off x="15950406" y="8079396"/>
              <a:ext cx="85725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B7765DD-84D2-DDA6-2235-FEF8181B9AB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5378906" y="8654071"/>
              <a:ext cx="85725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2100E7-3E80-050D-C9FF-C2D32132132B}"/>
                </a:ext>
              </a:extLst>
            </p:cNvPr>
            <p:cNvSpPr txBox="1"/>
            <p:nvPr/>
          </p:nvSpPr>
          <p:spPr>
            <a:xfrm>
              <a:off x="15255462" y="7676528"/>
              <a:ext cx="717504" cy="646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+</a:t>
              </a:r>
              <a:endParaRPr lang="en-CA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5059A89-8575-966A-D743-49D2A33FBE39}"/>
                </a:ext>
              </a:extLst>
            </p:cNvPr>
            <p:cNvSpPr txBox="1"/>
            <p:nvPr/>
          </p:nvSpPr>
          <p:spPr>
            <a:xfrm>
              <a:off x="15726681" y="8058599"/>
              <a:ext cx="717504" cy="646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+</a:t>
              </a:r>
              <a:endParaRPr lang="en-CA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86C0DC-BE5D-E1A6-8CF5-6234E8BE8454}"/>
                </a:ext>
              </a:extLst>
            </p:cNvPr>
            <p:cNvSpPr txBox="1"/>
            <p:nvPr/>
          </p:nvSpPr>
          <p:spPr>
            <a:xfrm>
              <a:off x="15286581" y="8047238"/>
              <a:ext cx="717504" cy="646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+</a:t>
              </a:r>
              <a:endParaRPr lang="en-CA" sz="12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BA5731D-771A-E3E5-2C06-D21B20E31BA0}"/>
              </a:ext>
            </a:extLst>
          </p:cNvPr>
          <p:cNvGrpSpPr/>
          <p:nvPr/>
        </p:nvGrpSpPr>
        <p:grpSpPr>
          <a:xfrm>
            <a:off x="8597161" y="2288662"/>
            <a:ext cx="2000250" cy="437472"/>
            <a:chOff x="12705556" y="5081073"/>
            <a:chExt cx="6000750" cy="13124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7499313A-83FA-DB2B-2BE4-85656AB27746}"/>
                    </a:ext>
                  </a:extLst>
                </p:cNvPr>
                <p:cNvSpPr/>
                <p:nvPr/>
              </p:nvSpPr>
              <p:spPr>
                <a:xfrm>
                  <a:off x="12705556" y="5442744"/>
                  <a:ext cx="2000250" cy="600075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 w="19050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b>
                          <m:sSubPr>
                            <m:ctrl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sSub>
                          <m:sSubPr>
                            <m:ctrl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CA" sz="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CA" sz="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(Decoupling)</a:t>
                  </a:r>
                </a:p>
              </p:txBody>
            </p:sp>
          </mc:Choice>
          <mc:Fallback xmlns="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7499313A-83FA-DB2B-2BE4-85656AB277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5556" y="5442744"/>
                  <a:ext cx="2000250" cy="600075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855B68CF-04F8-2E56-4903-83893ED2AA45}"/>
                    </a:ext>
                  </a:extLst>
                </p:cNvPr>
                <p:cNvSpPr/>
                <p:nvPr/>
              </p:nvSpPr>
              <p:spPr>
                <a:xfrm>
                  <a:off x="16706056" y="5442744"/>
                  <a:ext cx="2000250" cy="600075"/>
                </a:xfrm>
                <a:prstGeom prst="round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 w="19050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𝑓𝑓</m:t>
                            </m:r>
                          </m:sub>
                          <m:sup>
                            <m:r>
                              <a:rPr lang="en-US" sz="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p>
                        </m:sSubSup>
                      </m:oMath>
                    </m:oMathPara>
                  </a14:m>
                  <a:endParaRPr lang="en-CA" sz="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CA" sz="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(Feedforward)</a:t>
                  </a:r>
                </a:p>
              </p:txBody>
            </p:sp>
          </mc:Choice>
          <mc:Fallback xmlns="">
            <p:sp>
              <p:nvSpPr>
                <p:cNvPr id="10" name="Rectangle: Rounded Corners 9">
                  <a:extLst>
                    <a:ext uri="{FF2B5EF4-FFF2-40B4-BE49-F238E27FC236}">
                      <a16:creationId xmlns:a16="http://schemas.microsoft.com/office/drawing/2014/main" id="{855B68CF-04F8-2E56-4903-83893ED2AA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06056" y="5442744"/>
                  <a:ext cx="2000250" cy="600075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6E8DD6-2304-ACA4-F41F-D7472CCF9F3F}"/>
                </a:ext>
              </a:extLst>
            </p:cNvPr>
            <p:cNvSpPr/>
            <p:nvPr/>
          </p:nvSpPr>
          <p:spPr>
            <a:xfrm>
              <a:off x="15563056" y="5599906"/>
              <a:ext cx="285750" cy="28575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12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06468CE-0A8F-9FC2-FCAA-30BEFB722B38}"/>
                </a:ext>
              </a:extLst>
            </p:cNvPr>
            <p:cNvCxnSpPr>
              <a:stCxn id="9" idx="3"/>
              <a:endCxn id="15" idx="2"/>
            </p:cNvCxnSpPr>
            <p:nvPr/>
          </p:nvCxnSpPr>
          <p:spPr>
            <a:xfrm flipV="1">
              <a:off x="14705806" y="5742781"/>
              <a:ext cx="85725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05BD82F-86CE-0393-5B5E-0B1C1C87763D}"/>
                </a:ext>
              </a:extLst>
            </p:cNvPr>
            <p:cNvCxnSpPr>
              <a:stCxn id="10" idx="1"/>
              <a:endCxn id="15" idx="6"/>
            </p:cNvCxnSpPr>
            <p:nvPr/>
          </p:nvCxnSpPr>
          <p:spPr>
            <a:xfrm flipH="1" flipV="1">
              <a:off x="15848806" y="5742781"/>
              <a:ext cx="85725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AB35D2B-BAB3-643A-FB75-CB06F3316D76}"/>
                </a:ext>
              </a:extLst>
            </p:cNvPr>
            <p:cNvSpPr txBox="1"/>
            <p:nvPr/>
          </p:nvSpPr>
          <p:spPr>
            <a:xfrm>
              <a:off x="15012469" y="5081073"/>
              <a:ext cx="6934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_</a:t>
              </a:r>
              <a:endParaRPr lang="en-CA" sz="12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DF4FAE0-F0D6-F5CE-BDBE-5B08162D619F}"/>
                </a:ext>
              </a:extLst>
            </p:cNvPr>
            <p:cNvSpPr txBox="1"/>
            <p:nvPr/>
          </p:nvSpPr>
          <p:spPr>
            <a:xfrm>
              <a:off x="15839140" y="5747156"/>
              <a:ext cx="7175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+</a:t>
              </a:r>
              <a:endParaRPr lang="en-CA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40FFD7F4-7962-FD3B-3777-3CEC889EBCED}"/>
                  </a:ext>
                </a:extLst>
              </p:cNvPr>
              <p:cNvSpPr/>
              <p:nvPr/>
            </p:nvSpPr>
            <p:spPr>
              <a:xfrm>
                <a:off x="7670326" y="2700338"/>
                <a:ext cx="666750" cy="495200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A" sz="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sz="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b>
                        <m:r>
                          <a:rPr lang="en-CA" sz="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sub>
                    </m:sSub>
                    <m:r>
                      <a:rPr lang="en-CA" sz="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CA" sz="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 Controller (Discrete)</a:t>
                </a:r>
              </a:p>
              <a:p>
                <a:pPr algn="ctr"/>
                <a:endParaRPr lang="en-CA" sz="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sz="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CA" sz="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40FFD7F4-7962-FD3B-3777-3CEC889EBC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326" y="2700338"/>
                <a:ext cx="666750" cy="4952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08F68F7-5D7A-FCCC-78C5-301A641491AF}"/>
              </a:ext>
            </a:extLst>
          </p:cNvPr>
          <p:cNvCxnSpPr>
            <a:cxnSpLocks/>
            <a:stCxn id="5" idx="6"/>
            <a:endCxn id="37" idx="1"/>
          </p:cNvCxnSpPr>
          <p:nvPr/>
        </p:nvCxnSpPr>
        <p:spPr>
          <a:xfrm>
            <a:off x="6909556" y="2947935"/>
            <a:ext cx="760770" cy="3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6BE2F4C-E009-A9C7-3BF3-B9C1AD40E63A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>
            <a:off x="6396584" y="3442886"/>
            <a:ext cx="1273742" cy="231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A84711CE-03CF-431D-90B5-F0D6A76B5243}"/>
              </a:ext>
            </a:extLst>
          </p:cNvPr>
          <p:cNvSpPr/>
          <p:nvPr/>
        </p:nvSpPr>
        <p:spPr>
          <a:xfrm>
            <a:off x="9552883" y="3396579"/>
            <a:ext cx="95250" cy="952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AEF28B0-0666-13F1-943C-75DC7EDA0DC8}"/>
              </a:ext>
            </a:extLst>
          </p:cNvPr>
          <p:cNvSpPr txBox="1"/>
          <p:nvPr/>
        </p:nvSpPr>
        <p:spPr>
          <a:xfrm>
            <a:off x="9413263" y="3301576"/>
            <a:ext cx="211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</a:t>
            </a:r>
            <a:endParaRPr lang="en-CA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81757A-D4A9-1234-7B46-33105EC09528}"/>
              </a:ext>
            </a:extLst>
          </p:cNvPr>
          <p:cNvSpPr txBox="1"/>
          <p:nvPr/>
        </p:nvSpPr>
        <p:spPr>
          <a:xfrm>
            <a:off x="9550885" y="3453458"/>
            <a:ext cx="211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</a:t>
            </a:r>
            <a:endParaRPr lang="en-CA" sz="1200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2D0C3F5-0A51-78A2-FEC1-FBA91F5F50AC}"/>
              </a:ext>
            </a:extLst>
          </p:cNvPr>
          <p:cNvCxnSpPr>
            <a:cxnSpLocks/>
            <a:stCxn id="8" idx="3"/>
            <a:endCxn id="62" idx="2"/>
          </p:cNvCxnSpPr>
          <p:nvPr/>
        </p:nvCxnSpPr>
        <p:spPr>
          <a:xfrm flipV="1">
            <a:off x="8337076" y="3444204"/>
            <a:ext cx="1215807" cy="999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A87741A-1B11-56E8-479F-D4D637A1BE3E}"/>
              </a:ext>
            </a:extLst>
          </p:cNvPr>
          <p:cNvCxnSpPr>
            <a:stCxn id="22" idx="0"/>
            <a:endCxn id="62" idx="4"/>
          </p:cNvCxnSpPr>
          <p:nvPr/>
        </p:nvCxnSpPr>
        <p:spPr>
          <a:xfrm flipV="1">
            <a:off x="9597288" y="3491833"/>
            <a:ext cx="3222" cy="34345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2D98D178-E890-CEC4-F1B8-0A293090B907}"/>
              </a:ext>
            </a:extLst>
          </p:cNvPr>
          <p:cNvSpPr/>
          <p:nvPr/>
        </p:nvSpPr>
        <p:spPr>
          <a:xfrm>
            <a:off x="9549661" y="2900897"/>
            <a:ext cx="95250" cy="952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7620C99-968C-A9DD-4E51-E5D0AB43B6CB}"/>
              </a:ext>
            </a:extLst>
          </p:cNvPr>
          <p:cNvGrpSpPr/>
          <p:nvPr/>
        </p:nvGrpSpPr>
        <p:grpSpPr>
          <a:xfrm rot="5400000">
            <a:off x="9448728" y="2715851"/>
            <a:ext cx="277144" cy="347707"/>
            <a:chOff x="16333494" y="5180487"/>
            <a:chExt cx="831431" cy="104312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F10A811-C916-C1B7-8F86-E8C58CA42954}"/>
                </a:ext>
              </a:extLst>
            </p:cNvPr>
            <p:cNvSpPr txBox="1"/>
            <p:nvPr/>
          </p:nvSpPr>
          <p:spPr>
            <a:xfrm>
              <a:off x="16333494" y="5180487"/>
              <a:ext cx="717505" cy="646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+</a:t>
              </a:r>
              <a:endParaRPr lang="en-CA" sz="12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FD102BA-6CE4-F21A-FDEB-6F498DFB0B40}"/>
                </a:ext>
              </a:extLst>
            </p:cNvPr>
            <p:cNvSpPr txBox="1"/>
            <p:nvPr/>
          </p:nvSpPr>
          <p:spPr>
            <a:xfrm>
              <a:off x="16466658" y="5623443"/>
              <a:ext cx="698267" cy="600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/>
                <a:t>+</a:t>
              </a:r>
              <a:endParaRPr lang="en-CA" sz="1100" dirty="0"/>
            </a:p>
          </p:txBody>
        </p:sp>
      </p:grp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FCCD247-E641-CE21-4D09-50B717AA506F}"/>
              </a:ext>
            </a:extLst>
          </p:cNvPr>
          <p:cNvCxnSpPr>
            <a:cxnSpLocks/>
            <a:stCxn id="37" idx="3"/>
            <a:endCxn id="76" idx="2"/>
          </p:cNvCxnSpPr>
          <p:nvPr/>
        </p:nvCxnSpPr>
        <p:spPr>
          <a:xfrm>
            <a:off x="8337076" y="2947938"/>
            <a:ext cx="1212585" cy="584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2C2BCE3-AD1E-E9F9-8299-FDEEAA6DDE4B}"/>
              </a:ext>
            </a:extLst>
          </p:cNvPr>
          <p:cNvCxnSpPr>
            <a:stCxn id="15" idx="4"/>
            <a:endCxn id="76" idx="0"/>
          </p:cNvCxnSpPr>
          <p:nvPr/>
        </p:nvCxnSpPr>
        <p:spPr>
          <a:xfrm>
            <a:off x="9597286" y="2556861"/>
            <a:ext cx="0" cy="344039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C4FB42C-ED7B-A13E-6818-91AF4EC4425E}"/>
                  </a:ext>
                </a:extLst>
              </p:cNvPr>
              <p:cNvSpPr txBox="1"/>
              <p:nvPr/>
            </p:nvSpPr>
            <p:spPr>
              <a:xfrm>
                <a:off x="7046524" y="2741053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7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C4FB42C-ED7B-A13E-6818-91AF4EC44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524" y="2741053"/>
                <a:ext cx="304800" cy="2000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A558997-D675-E1D5-6F4F-AB03FA3A08CA}"/>
                  </a:ext>
                </a:extLst>
              </p:cNvPr>
              <p:cNvSpPr txBox="1"/>
              <p:nvPr/>
            </p:nvSpPr>
            <p:spPr>
              <a:xfrm>
                <a:off x="7046524" y="3229713"/>
                <a:ext cx="304800" cy="209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700" i="1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</m:oMath>
                  </m:oMathPara>
                </a14:m>
                <a:endParaRPr lang="en-US" sz="7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A558997-D675-E1D5-6F4F-AB03FA3A0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524" y="3229713"/>
                <a:ext cx="304800" cy="2096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A5CBC7A-115F-A234-6875-7399E9941E09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830720" y="2947935"/>
            <a:ext cx="983589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2ED4FA1-EBBA-1351-16FD-DB796BC45792}"/>
                  </a:ext>
                </a:extLst>
              </p:cNvPr>
              <p:cNvSpPr txBox="1"/>
              <p:nvPr/>
            </p:nvSpPr>
            <p:spPr>
              <a:xfrm>
                <a:off x="5920060" y="2744156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7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2ED4FA1-EBBA-1351-16FD-DB796BC45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060" y="2744156"/>
                <a:ext cx="304800" cy="20005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2B456B9-5CA5-79AD-5C57-40CD2DC13639}"/>
                  </a:ext>
                </a:extLst>
              </p:cNvPr>
              <p:cNvSpPr txBox="1"/>
              <p:nvPr/>
            </p:nvSpPr>
            <p:spPr>
              <a:xfrm>
                <a:off x="5920060" y="3233631"/>
                <a:ext cx="304800" cy="209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700" i="1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  <m:sup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7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2B456B9-5CA5-79AD-5C57-40CD2DC13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060" y="3233631"/>
                <a:ext cx="304800" cy="2096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6DBF0A5-B17E-1D6F-F05C-5DC7FA824471}"/>
              </a:ext>
            </a:extLst>
          </p:cNvPr>
          <p:cNvCxnSpPr>
            <a:cxnSpLocks/>
          </p:cNvCxnSpPr>
          <p:nvPr/>
        </p:nvCxnSpPr>
        <p:spPr>
          <a:xfrm flipH="1" flipV="1">
            <a:off x="5830720" y="3440742"/>
            <a:ext cx="466325" cy="255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BE276FAD-A782-E56D-7AC5-CCA5233A7EAC}"/>
              </a:ext>
            </a:extLst>
          </p:cNvPr>
          <p:cNvSpPr txBox="1"/>
          <p:nvPr/>
        </p:nvSpPr>
        <p:spPr>
          <a:xfrm>
            <a:off x="6670429" y="2789442"/>
            <a:ext cx="211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</a:t>
            </a:r>
            <a:endParaRPr lang="en-CA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BE19CC2-2D1C-9846-8F7F-ABD6FEE7D5BF}"/>
              </a:ext>
            </a:extLst>
          </p:cNvPr>
          <p:cNvSpPr txBox="1"/>
          <p:nvPr/>
        </p:nvSpPr>
        <p:spPr>
          <a:xfrm>
            <a:off x="6151928" y="3252870"/>
            <a:ext cx="211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</a:t>
            </a:r>
            <a:endParaRPr lang="en-CA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337B50A-BDB0-ED78-78EE-47FEF43C996C}"/>
                  </a:ext>
                </a:extLst>
              </p:cNvPr>
              <p:cNvSpPr txBox="1"/>
              <p:nvPr/>
            </p:nvSpPr>
            <p:spPr>
              <a:xfrm>
                <a:off x="8426186" y="2737878"/>
                <a:ext cx="304800" cy="204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𝑃𝐼</m:t>
                          </m:r>
                        </m:sub>
                      </m:sSub>
                    </m:oMath>
                  </m:oMathPara>
                </a14:m>
                <a:endParaRPr lang="en-US" sz="7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337B50A-BDB0-ED78-78EE-47FEF43C9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86" y="2737878"/>
                <a:ext cx="304800" cy="2048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D2CEEDC-95B7-6274-5D38-8F7647E5AD1E}"/>
                  </a:ext>
                </a:extLst>
              </p:cNvPr>
              <p:cNvSpPr txBox="1"/>
              <p:nvPr/>
            </p:nvSpPr>
            <p:spPr>
              <a:xfrm>
                <a:off x="8426186" y="3229712"/>
                <a:ext cx="304800" cy="208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𝑃𝐼</m:t>
                          </m:r>
                        </m:sub>
                      </m:sSub>
                    </m:oMath>
                  </m:oMathPara>
                </a14:m>
                <a:endParaRPr lang="en-US" sz="7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D2CEEDC-95B7-6274-5D38-8F7647E5A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86" y="3229712"/>
                <a:ext cx="304800" cy="2083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17890BEC-5B2A-7CE9-DF06-C9F7800A6441}"/>
                  </a:ext>
                </a:extLst>
              </p:cNvPr>
              <p:cNvSpPr/>
              <p:nvPr/>
            </p:nvSpPr>
            <p:spPr>
              <a:xfrm>
                <a:off x="10863943" y="2764639"/>
                <a:ext cx="715613" cy="864223"/>
              </a:xfrm>
              <a:prstGeom prst="roundRect">
                <a:avLst>
                  <a:gd name="adj" fmla="val 6196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Inverse Park</a:t>
                </a:r>
              </a:p>
              <a:p>
                <a:pPr algn="ctr"/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67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dq</a:t>
                </a:r>
                <a:r>
                  <a:rPr lang="el-GR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l-GR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CA" sz="533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533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533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533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os</m:t>
                                </m:r>
                                <m:sSub>
                                  <m:sSubPr>
                                    <m:ctrlPr>
                                      <a:rPr lang="en-US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533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533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  <m:sSub>
                                  <m:sSubPr>
                                    <m:ctrlPr>
                                      <a:rPr lang="en-US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533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  <m:sSub>
                                  <m:sSubPr>
                                    <m:ctrlPr>
                                      <a:rPr lang="en-US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533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  <m:sSub>
                                  <m:sSubPr>
                                    <m:ctrlPr>
                                      <a:rPr lang="en-US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533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17890BEC-5B2A-7CE9-DF06-C9F7800A64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3943" y="2764639"/>
                <a:ext cx="715613" cy="864223"/>
              </a:xfrm>
              <a:prstGeom prst="roundRect">
                <a:avLst>
                  <a:gd name="adj" fmla="val 6196"/>
                </a:avLst>
              </a:prstGeom>
              <a:blipFill>
                <a:blip r:embed="rId16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57981C01-D5E1-FF4D-0BBC-FE8829885F16}"/>
                  </a:ext>
                </a:extLst>
              </p:cNvPr>
              <p:cNvSpPr/>
              <p:nvPr/>
            </p:nvSpPr>
            <p:spPr>
              <a:xfrm>
                <a:off x="10977360" y="3950589"/>
                <a:ext cx="488779" cy="23997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(Electrical Angle)</a:t>
                </a:r>
              </a:p>
            </p:txBody>
          </p:sp>
        </mc:Choice>
        <mc:Fallback xmlns=""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57981C01-D5E1-FF4D-0BBC-FE8829885F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7360" y="3950589"/>
                <a:ext cx="488779" cy="239970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chemeClr val="accent3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F38779F-E65A-8A52-73BE-7515A7163088}"/>
              </a:ext>
            </a:extLst>
          </p:cNvPr>
          <p:cNvCxnSpPr>
            <a:stCxn id="106" idx="0"/>
            <a:endCxn id="101" idx="2"/>
          </p:cNvCxnSpPr>
          <p:nvPr/>
        </p:nvCxnSpPr>
        <p:spPr>
          <a:xfrm flipV="1">
            <a:off x="11221747" y="3628861"/>
            <a:ext cx="0" cy="32173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5AC5ADB-737D-61AB-BF25-3C829FC73927}"/>
                  </a:ext>
                </a:extLst>
              </p:cNvPr>
              <p:cNvSpPr txBox="1"/>
              <p:nvPr/>
            </p:nvSpPr>
            <p:spPr>
              <a:xfrm>
                <a:off x="9744460" y="2742326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7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5AC5ADB-737D-61AB-BF25-3C829FC73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460" y="2742326"/>
                <a:ext cx="304800" cy="20005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6D58B9F-42F1-9BCC-941A-095CED9C9845}"/>
                  </a:ext>
                </a:extLst>
              </p:cNvPr>
              <p:cNvSpPr txBox="1"/>
              <p:nvPr/>
            </p:nvSpPr>
            <p:spPr>
              <a:xfrm>
                <a:off x="9744460" y="3230985"/>
                <a:ext cx="304800" cy="208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7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6D58B9F-42F1-9BCC-941A-095CED9C9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460" y="3230985"/>
                <a:ext cx="304800" cy="20832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4D94D242-4F75-4624-C3F0-532664FCEC6B}"/>
                  </a:ext>
                </a:extLst>
              </p:cNvPr>
              <p:cNvSpPr/>
              <p:nvPr/>
            </p:nvSpPr>
            <p:spPr>
              <a:xfrm>
                <a:off x="11976180" y="2764639"/>
                <a:ext cx="715613" cy="864223"/>
              </a:xfrm>
              <a:prstGeom prst="roundRect">
                <a:avLst>
                  <a:gd name="adj" fmla="val 6196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Inverse Clarke</a:t>
                </a:r>
              </a:p>
              <a:p>
                <a:pPr algn="ctr"/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(α</a:t>
                </a:r>
                <a:r>
                  <a:rPr lang="el-GR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→</a:t>
                </a:r>
                <a:r>
                  <a:rPr lang="en-CA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67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</a:t>
                </a:r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CA" sz="467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467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CA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CA" sz="467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467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CA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CA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CA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CA" sz="467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467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4D94D242-4F75-4624-C3F0-532664FCEC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6180" y="2764639"/>
                <a:ext cx="715613" cy="864223"/>
              </a:xfrm>
              <a:prstGeom prst="roundRect">
                <a:avLst>
                  <a:gd name="adj" fmla="val 6196"/>
                </a:avLst>
              </a:prstGeom>
              <a:blipFill>
                <a:blip r:embed="rId20"/>
                <a:stretch>
                  <a:fillRect r="-7500" b="-18750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C7D5A65-68E4-8A21-771D-547F64C8FB00}"/>
              </a:ext>
            </a:extLst>
          </p:cNvPr>
          <p:cNvCxnSpPr>
            <a:stCxn id="76" idx="6"/>
          </p:cNvCxnSpPr>
          <p:nvPr/>
        </p:nvCxnSpPr>
        <p:spPr>
          <a:xfrm>
            <a:off x="9644914" y="2948522"/>
            <a:ext cx="1219029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97F927D1-A624-DC08-16EF-45FF808110D1}"/>
              </a:ext>
            </a:extLst>
          </p:cNvPr>
          <p:cNvCxnSpPr>
            <a:stCxn id="62" idx="6"/>
          </p:cNvCxnSpPr>
          <p:nvPr/>
        </p:nvCxnSpPr>
        <p:spPr>
          <a:xfrm>
            <a:off x="9648137" y="3444204"/>
            <a:ext cx="1215807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2187668D-54A8-FFBA-1326-B9B11341D5F5}"/>
              </a:ext>
            </a:extLst>
          </p:cNvPr>
          <p:cNvCxnSpPr>
            <a:cxnSpLocks/>
          </p:cNvCxnSpPr>
          <p:nvPr/>
        </p:nvCxnSpPr>
        <p:spPr>
          <a:xfrm>
            <a:off x="11579556" y="2949098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591353C-9B11-A147-3A77-1E09A0B34377}"/>
              </a:ext>
            </a:extLst>
          </p:cNvPr>
          <p:cNvCxnSpPr>
            <a:cxnSpLocks/>
          </p:cNvCxnSpPr>
          <p:nvPr/>
        </p:nvCxnSpPr>
        <p:spPr>
          <a:xfrm>
            <a:off x="11579553" y="3459617"/>
            <a:ext cx="3972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3EDB41-36AA-14EA-AE93-71897304EEC6}"/>
                  </a:ext>
                </a:extLst>
              </p:cNvPr>
              <p:cNvSpPr txBox="1"/>
              <p:nvPr/>
            </p:nvSpPr>
            <p:spPr>
              <a:xfrm>
                <a:off x="11625467" y="2749015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700" i="0" dirty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α</m:t>
                          </m:r>
                        </m:sub>
                        <m:sup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3EDB41-36AA-14EA-AE93-71897304E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5467" y="2749015"/>
                <a:ext cx="304800" cy="20005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B572E79-4EE9-46D1-02D8-685722E7F280}"/>
                  </a:ext>
                </a:extLst>
              </p:cNvPr>
              <p:cNvSpPr txBox="1"/>
              <p:nvPr/>
            </p:nvSpPr>
            <p:spPr>
              <a:xfrm>
                <a:off x="11625467" y="3249948"/>
                <a:ext cx="304800" cy="214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B572E79-4EE9-46D1-02D8-685722E7F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5467" y="3249948"/>
                <a:ext cx="304800" cy="21403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B58B85B-046F-5281-9410-639D7482345B}"/>
              </a:ext>
            </a:extLst>
          </p:cNvPr>
          <p:cNvSpPr/>
          <p:nvPr/>
        </p:nvSpPr>
        <p:spPr>
          <a:xfrm>
            <a:off x="13088418" y="2764639"/>
            <a:ext cx="715613" cy="864223"/>
          </a:xfrm>
          <a:prstGeom prst="roundRect">
            <a:avLst>
              <a:gd name="adj" fmla="val 619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SVPWM</a:t>
            </a: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(Space Vector Modulation)</a:t>
            </a: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2E1978-9AB6-D8B3-0901-ED47183B9740}"/>
              </a:ext>
            </a:extLst>
          </p:cNvPr>
          <p:cNvCxnSpPr>
            <a:cxnSpLocks/>
          </p:cNvCxnSpPr>
          <p:nvPr/>
        </p:nvCxnSpPr>
        <p:spPr>
          <a:xfrm>
            <a:off x="12691793" y="2947297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597DAB-8EF2-6304-35EA-631840887BA1}"/>
              </a:ext>
            </a:extLst>
          </p:cNvPr>
          <p:cNvCxnSpPr>
            <a:cxnSpLocks/>
          </p:cNvCxnSpPr>
          <p:nvPr/>
        </p:nvCxnSpPr>
        <p:spPr>
          <a:xfrm>
            <a:off x="12691791" y="3461908"/>
            <a:ext cx="3972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AC8F77-8C57-7FA8-F018-E3C939469C09}"/>
              </a:ext>
            </a:extLst>
          </p:cNvPr>
          <p:cNvCxnSpPr>
            <a:cxnSpLocks/>
            <a:stCxn id="114" idx="3"/>
            <a:endCxn id="20" idx="1"/>
          </p:cNvCxnSpPr>
          <p:nvPr/>
        </p:nvCxnSpPr>
        <p:spPr>
          <a:xfrm>
            <a:off x="12691793" y="3196747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AF246EB-88C1-DA45-89CD-0D8EC954B750}"/>
                  </a:ext>
                </a:extLst>
              </p:cNvPr>
              <p:cNvSpPr txBox="1"/>
              <p:nvPr/>
            </p:nvSpPr>
            <p:spPr>
              <a:xfrm>
                <a:off x="12737704" y="2753181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CA" sz="700" i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AF246EB-88C1-DA45-89CD-0D8EC954B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7704" y="2753181"/>
                <a:ext cx="304800" cy="20005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9D8ECB8-4C37-9939-224C-2F916D7D4415}"/>
                  </a:ext>
                </a:extLst>
              </p:cNvPr>
              <p:cNvSpPr txBox="1"/>
              <p:nvPr/>
            </p:nvSpPr>
            <p:spPr>
              <a:xfrm>
                <a:off x="12737704" y="3266208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9D8ECB8-4C37-9939-224C-2F916D7D4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7704" y="3266208"/>
                <a:ext cx="304800" cy="20005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3951CB6-8BB1-BF54-DCB9-AA31533CB284}"/>
                  </a:ext>
                </a:extLst>
              </p:cNvPr>
              <p:cNvSpPr txBox="1"/>
              <p:nvPr/>
            </p:nvSpPr>
            <p:spPr>
              <a:xfrm>
                <a:off x="12737704" y="3002322"/>
                <a:ext cx="304800" cy="200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  <m:sup>
                          <m:r>
                            <a:rPr lang="en-US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3951CB6-8BB1-BF54-DCB9-AA31533CB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7704" y="3002322"/>
                <a:ext cx="304800" cy="20069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1008A5F1-9DC8-6F2B-A1D4-1D0437E48EE2}"/>
              </a:ext>
            </a:extLst>
          </p:cNvPr>
          <p:cNvGrpSpPr/>
          <p:nvPr/>
        </p:nvGrpSpPr>
        <p:grpSpPr>
          <a:xfrm>
            <a:off x="14200657" y="2764639"/>
            <a:ext cx="715613" cy="864223"/>
            <a:chOff x="30365785" y="3178059"/>
            <a:chExt cx="2146840" cy="259267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B7A088C6-7457-3804-7502-C075B4C19C56}"/>
                </a:ext>
              </a:extLst>
            </p:cNvPr>
            <p:cNvSpPr/>
            <p:nvPr/>
          </p:nvSpPr>
          <p:spPr>
            <a:xfrm>
              <a:off x="30365785" y="3178059"/>
              <a:ext cx="2146840" cy="2592670"/>
            </a:xfrm>
            <a:prstGeom prst="roundRect">
              <a:avLst>
                <a:gd name="adj" fmla="val 6196"/>
              </a:avLst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Inverter Bridge</a:t>
              </a:r>
            </a:p>
            <a:p>
              <a:pPr algn="ctr"/>
              <a:endPara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CA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2BBCCE05-394F-45FD-75EE-97E0E9A34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53772" y="4342124"/>
              <a:ext cx="1770866" cy="1180577"/>
            </a:xfrm>
            <a:prstGeom prst="rect">
              <a:avLst/>
            </a:prstGeom>
            <a:grpFill/>
            <a:ln>
              <a:noFill/>
            </a:ln>
          </p:spPr>
        </p:pic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F845978-4B1F-A8F1-F3E6-B1A91F881096}"/>
              </a:ext>
            </a:extLst>
          </p:cNvPr>
          <p:cNvCxnSpPr>
            <a:cxnSpLocks/>
          </p:cNvCxnSpPr>
          <p:nvPr/>
        </p:nvCxnSpPr>
        <p:spPr>
          <a:xfrm>
            <a:off x="13804032" y="2949457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9A02C0C-9199-9D10-414A-278F87BDCFEF}"/>
              </a:ext>
            </a:extLst>
          </p:cNvPr>
          <p:cNvCxnSpPr>
            <a:cxnSpLocks/>
          </p:cNvCxnSpPr>
          <p:nvPr/>
        </p:nvCxnSpPr>
        <p:spPr>
          <a:xfrm>
            <a:off x="13804029" y="3464068"/>
            <a:ext cx="3972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D609448-E8D5-3AFE-AFBA-F54A6A060F42}"/>
              </a:ext>
            </a:extLst>
          </p:cNvPr>
          <p:cNvCxnSpPr>
            <a:cxnSpLocks/>
          </p:cNvCxnSpPr>
          <p:nvPr/>
        </p:nvCxnSpPr>
        <p:spPr>
          <a:xfrm>
            <a:off x="13804032" y="3198907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240F4F8-6E42-2EBC-F80B-32DF0FDB52AC}"/>
                  </a:ext>
                </a:extLst>
              </p:cNvPr>
              <p:cNvSpPr txBox="1"/>
              <p:nvPr/>
            </p:nvSpPr>
            <p:spPr>
              <a:xfrm>
                <a:off x="13849942" y="2755341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sz="7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240F4F8-6E42-2EBC-F80B-32DF0FDB5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9942" y="2755341"/>
                <a:ext cx="304800" cy="20005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96795BA-2CBB-90A3-814B-79719B9BBC37}"/>
                  </a:ext>
                </a:extLst>
              </p:cNvPr>
              <p:cNvSpPr txBox="1"/>
              <p:nvPr/>
            </p:nvSpPr>
            <p:spPr>
              <a:xfrm>
                <a:off x="13849942" y="3271356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sz="7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96795BA-2CBB-90A3-814B-79719B9BB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9942" y="3271356"/>
                <a:ext cx="304800" cy="20005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8E0730E-08D7-48F1-0203-8F99765B6B47}"/>
                  </a:ext>
                </a:extLst>
              </p:cNvPr>
              <p:cNvSpPr txBox="1"/>
              <p:nvPr/>
            </p:nvSpPr>
            <p:spPr>
              <a:xfrm>
                <a:off x="13849942" y="3007470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sz="7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8E0730E-08D7-48F1-0203-8F99765B6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9942" y="3007470"/>
                <a:ext cx="304800" cy="20005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val 63">
            <a:extLst>
              <a:ext uri="{FF2B5EF4-FFF2-40B4-BE49-F238E27FC236}">
                <a16:creationId xmlns:a16="http://schemas.microsoft.com/office/drawing/2014/main" id="{5AE4D647-12E4-63B8-8E23-4C628E3450ED}"/>
              </a:ext>
            </a:extLst>
          </p:cNvPr>
          <p:cNvSpPr/>
          <p:nvPr/>
        </p:nvSpPr>
        <p:spPr>
          <a:xfrm>
            <a:off x="15620782" y="2897307"/>
            <a:ext cx="600000" cy="60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PMSM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A4B63F9-D1EB-7D7D-ABC5-17F93A4E9D98}"/>
              </a:ext>
            </a:extLst>
          </p:cNvPr>
          <p:cNvCxnSpPr>
            <a:cxnSpLocks/>
            <a:stCxn id="52" idx="3"/>
            <a:endCxn id="64" idx="2"/>
          </p:cNvCxnSpPr>
          <p:nvPr/>
        </p:nvCxnSpPr>
        <p:spPr>
          <a:xfrm>
            <a:off x="14916268" y="3196747"/>
            <a:ext cx="704514" cy="56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0C5D629-2D38-D184-939E-7CB9A636A69D}"/>
              </a:ext>
            </a:extLst>
          </p:cNvPr>
          <p:cNvCxnSpPr>
            <a:cxnSpLocks/>
            <a:endCxn id="64" idx="1"/>
          </p:cNvCxnSpPr>
          <p:nvPr/>
        </p:nvCxnSpPr>
        <p:spPr>
          <a:xfrm>
            <a:off x="14916268" y="2985175"/>
            <a:ext cx="792382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F08B01C-010F-F850-9850-B0CC78BAB335}"/>
              </a:ext>
            </a:extLst>
          </p:cNvPr>
          <p:cNvCxnSpPr>
            <a:cxnSpLocks/>
            <a:endCxn id="64" idx="3"/>
          </p:cNvCxnSpPr>
          <p:nvPr/>
        </p:nvCxnSpPr>
        <p:spPr>
          <a:xfrm>
            <a:off x="14916268" y="3409439"/>
            <a:ext cx="792382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52F726A7-D147-EB3E-1612-684D82854525}"/>
              </a:ext>
            </a:extLst>
          </p:cNvPr>
          <p:cNvSpPr/>
          <p:nvPr/>
        </p:nvSpPr>
        <p:spPr>
          <a:xfrm>
            <a:off x="15676394" y="3516323"/>
            <a:ext cx="488779" cy="2399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CA" sz="400" dirty="0">
              <a:solidFill>
                <a:schemeClr val="tx1"/>
              </a:solidFill>
              <a:latin typeface="Times New Roman" panose="02020603050405020304" pitchFamily="18" charset="0"/>
              <a:ea typeface="Cambria Math" panose="02040503050406030204" pitchFamily="18" charset="0"/>
            </a:endParaRPr>
          </a:p>
          <a:p>
            <a:pPr algn="ctr"/>
            <a:r>
              <a:rPr lang="en-CA" sz="400" b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</a:rPr>
              <a:t>Position Sensor</a:t>
            </a:r>
          </a:p>
          <a:p>
            <a:pPr algn="ctr"/>
            <a:r>
              <a:rPr lang="en-CA" sz="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</a:rPr>
              <a:t>(Encoder/Resolver)</a:t>
            </a:r>
          </a:p>
          <a:p>
            <a:pPr algn="ctr"/>
            <a:endParaRPr lang="en-US" sz="400" dirty="0">
              <a:solidFill>
                <a:schemeClr val="tx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F163EAB9-1502-B308-2493-B3DFEFAD4FEF}"/>
                  </a:ext>
                </a:extLst>
              </p:cNvPr>
              <p:cNvSpPr/>
              <p:nvPr/>
            </p:nvSpPr>
            <p:spPr>
              <a:xfrm>
                <a:off x="15676394" y="3904015"/>
                <a:ext cx="488779" cy="23997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(Mechanical Angle)</a:t>
                </a:r>
              </a:p>
            </p:txBody>
          </p:sp>
        </mc:Choice>
        <mc:Fallback xmlns=""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F163EAB9-1502-B308-2493-B3DFEFAD4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6394" y="3904015"/>
                <a:ext cx="488779" cy="239970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3F2C8F11-D853-3956-F92D-1F2A332B8AD8}"/>
                  </a:ext>
                </a:extLst>
              </p:cNvPr>
              <p:cNvSpPr/>
              <p:nvPr/>
            </p:nvSpPr>
            <p:spPr>
              <a:xfrm>
                <a:off x="15273468" y="4291707"/>
                <a:ext cx="488779" cy="35040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(Electrical Angle)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CA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CA" sz="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CA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CA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sz="4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3F2C8F11-D853-3956-F92D-1F2A332B8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3468" y="4291707"/>
                <a:ext cx="488779" cy="350400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B1CBAF2-7670-350E-8F9C-CB8DA1EBFB00}"/>
              </a:ext>
            </a:extLst>
          </p:cNvPr>
          <p:cNvCxnSpPr>
            <a:stCxn id="85" idx="2"/>
            <a:endCxn id="86" idx="0"/>
          </p:cNvCxnSpPr>
          <p:nvPr/>
        </p:nvCxnSpPr>
        <p:spPr>
          <a:xfrm>
            <a:off x="15920781" y="3756293"/>
            <a:ext cx="0" cy="147722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0862D5D-89D9-1C8F-51C5-27E340933F1E}"/>
                  </a:ext>
                </a:extLst>
              </p:cNvPr>
              <p:cNvSpPr txBox="1"/>
              <p:nvPr/>
            </p:nvSpPr>
            <p:spPr>
              <a:xfrm>
                <a:off x="14126867" y="4403944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0862D5D-89D9-1C8F-51C5-27E340933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6867" y="4403944"/>
                <a:ext cx="304800" cy="200055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65FBFA-5F4E-EA35-2195-0A9259F29D6B}"/>
                  </a:ext>
                </a:extLst>
              </p:cNvPr>
              <p:cNvSpPr txBox="1"/>
              <p:nvPr/>
            </p:nvSpPr>
            <p:spPr>
              <a:xfrm>
                <a:off x="15116124" y="3208568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65FBFA-5F4E-EA35-2195-0A9259F29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124" y="3208568"/>
                <a:ext cx="304800" cy="200055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D9F370F-0942-DB9B-9C6B-19C196337AA7}"/>
                  </a:ext>
                </a:extLst>
              </p:cNvPr>
              <p:cNvSpPr txBox="1"/>
              <p:nvPr/>
            </p:nvSpPr>
            <p:spPr>
              <a:xfrm>
                <a:off x="15116124" y="2995483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D9F370F-0942-DB9B-9C6B-19C196337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124" y="2995483"/>
                <a:ext cx="304800" cy="20005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EBBA4C77-7579-6F63-CB0E-DEE4FDA2A136}"/>
              </a:ext>
            </a:extLst>
          </p:cNvPr>
          <p:cNvSpPr/>
          <p:nvPr/>
        </p:nvSpPr>
        <p:spPr>
          <a:xfrm>
            <a:off x="14200657" y="5171648"/>
            <a:ext cx="715613" cy="573751"/>
          </a:xfrm>
          <a:prstGeom prst="roundRect">
            <a:avLst>
              <a:gd name="adj" fmla="val 619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Shunt Resistors &amp; Gain Stage</a:t>
            </a:r>
          </a:p>
          <a:p>
            <a:pPr algn="ctr"/>
            <a:r>
              <a:rPr lang="en-US" sz="4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(Current Sense Amplifier)</a:t>
            </a:r>
          </a:p>
          <a:p>
            <a:pPr algn="ctr"/>
            <a:endParaRPr lang="en-CA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8B778CBF-449D-A1BF-6985-3155A040EABE}"/>
              </a:ext>
            </a:extLst>
          </p:cNvPr>
          <p:cNvCxnSpPr>
            <a:cxnSpLocks/>
            <a:stCxn id="52" idx="2"/>
            <a:endCxn id="119" idx="0"/>
          </p:cNvCxnSpPr>
          <p:nvPr/>
        </p:nvCxnSpPr>
        <p:spPr>
          <a:xfrm>
            <a:off x="14558461" y="3628863"/>
            <a:ext cx="0" cy="1542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00894811-FDAB-DEFE-FAAD-CFB47F04A8CF}"/>
              </a:ext>
            </a:extLst>
          </p:cNvPr>
          <p:cNvCxnSpPr>
            <a:cxnSpLocks/>
          </p:cNvCxnSpPr>
          <p:nvPr/>
        </p:nvCxnSpPr>
        <p:spPr>
          <a:xfrm>
            <a:off x="14345126" y="3628863"/>
            <a:ext cx="0" cy="1542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E9D65E2-0215-D929-38E8-87676E880F9E}"/>
              </a:ext>
            </a:extLst>
          </p:cNvPr>
          <p:cNvCxnSpPr>
            <a:cxnSpLocks/>
          </p:cNvCxnSpPr>
          <p:nvPr/>
        </p:nvCxnSpPr>
        <p:spPr>
          <a:xfrm>
            <a:off x="14777335" y="3628863"/>
            <a:ext cx="0" cy="1542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8BA0527-89F1-F54F-E384-DED6E70E3520}"/>
                  </a:ext>
                </a:extLst>
              </p:cNvPr>
              <p:cNvSpPr txBox="1"/>
              <p:nvPr/>
            </p:nvSpPr>
            <p:spPr>
              <a:xfrm>
                <a:off x="15116124" y="2787306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8BA0527-89F1-F54F-E384-DED6E70E3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124" y="2787306"/>
                <a:ext cx="304800" cy="20005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183448E2-2BD4-2408-065C-797FAA4FB890}"/>
                  </a:ext>
                </a:extLst>
              </p:cNvPr>
              <p:cNvSpPr txBox="1"/>
              <p:nvPr/>
            </p:nvSpPr>
            <p:spPr>
              <a:xfrm>
                <a:off x="14342055" y="4403944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183448E2-2BD4-2408-065C-797FAA4FB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2055" y="4403944"/>
                <a:ext cx="304800" cy="200055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0D9F3A1-B3C0-4780-53EE-BF3A49715499}"/>
                  </a:ext>
                </a:extLst>
              </p:cNvPr>
              <p:cNvSpPr txBox="1"/>
              <p:nvPr/>
            </p:nvSpPr>
            <p:spPr>
              <a:xfrm>
                <a:off x="14566774" y="4403944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0D9F3A1-B3C0-4780-53EE-BF3A49715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6774" y="4403944"/>
                <a:ext cx="304800" cy="200055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5" name="Picture 134">
            <a:extLst>
              <a:ext uri="{FF2B5EF4-FFF2-40B4-BE49-F238E27FC236}">
                <a16:creationId xmlns:a16="http://schemas.microsoft.com/office/drawing/2014/main" id="{CC9643D7-6E71-8AE2-56B8-63E30FF45C0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9"/>
              </a:ext>
            </a:extLst>
          </a:blip>
          <a:stretch>
            <a:fillRect/>
          </a:stretch>
        </p:blipFill>
        <p:spPr>
          <a:xfrm>
            <a:off x="11089744" y="3577207"/>
            <a:ext cx="44883" cy="9974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E753FB3D-F792-BC07-25AD-5A4BF2388368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429449" y="5532417"/>
            <a:ext cx="258024" cy="258024"/>
          </a:xfrm>
          <a:prstGeom prst="rect">
            <a:avLst/>
          </a:prstGeom>
        </p:spPr>
      </p:pic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C2DA1112-B45B-2630-EB4D-47A5302AF268}"/>
              </a:ext>
            </a:extLst>
          </p:cNvPr>
          <p:cNvSpPr/>
          <p:nvPr/>
        </p:nvSpPr>
        <p:spPr>
          <a:xfrm>
            <a:off x="13088418" y="5171648"/>
            <a:ext cx="715613" cy="573751"/>
          </a:xfrm>
          <a:prstGeom prst="roundRect">
            <a:avLst>
              <a:gd name="adj" fmla="val 619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CA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 Aliasing Filter</a:t>
            </a:r>
          </a:p>
          <a:p>
            <a:pPr algn="ctr"/>
            <a:r>
              <a:rPr lang="en-CA" sz="4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(Low Pass Filter)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F4F8E3C5-8C78-E998-817C-74402495316E}"/>
              </a:ext>
            </a:extLst>
          </p:cNvPr>
          <p:cNvCxnSpPr>
            <a:stCxn id="119" idx="1"/>
            <a:endCxn id="142" idx="3"/>
          </p:cNvCxnSpPr>
          <p:nvPr/>
        </p:nvCxnSpPr>
        <p:spPr>
          <a:xfrm flipH="1">
            <a:off x="13804032" y="5458520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47536FD7-C956-CEF8-D2B3-2256EB1F5185}"/>
              </a:ext>
            </a:extLst>
          </p:cNvPr>
          <p:cNvCxnSpPr>
            <a:cxnSpLocks/>
          </p:cNvCxnSpPr>
          <p:nvPr/>
        </p:nvCxnSpPr>
        <p:spPr>
          <a:xfrm flipH="1">
            <a:off x="13804032" y="5302133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FC41905F-E132-A0DD-A12B-5AF7B6123B24}"/>
              </a:ext>
            </a:extLst>
          </p:cNvPr>
          <p:cNvCxnSpPr>
            <a:cxnSpLocks/>
          </p:cNvCxnSpPr>
          <p:nvPr/>
        </p:nvCxnSpPr>
        <p:spPr>
          <a:xfrm flipH="1">
            <a:off x="13804032" y="5632071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7A91C365-E272-A7A8-72F8-0C6EAA6571A6}"/>
                  </a:ext>
                </a:extLst>
              </p:cNvPr>
              <p:cNvSpPr txBox="1"/>
              <p:nvPr/>
            </p:nvSpPr>
            <p:spPr>
              <a:xfrm>
                <a:off x="13849941" y="5113228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7A91C365-E272-A7A8-72F8-0C6EAA657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9941" y="5113228"/>
                <a:ext cx="304800" cy="200055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541F7C72-DA74-88C7-E851-CA76BF702FA0}"/>
                  </a:ext>
                </a:extLst>
              </p:cNvPr>
              <p:cNvSpPr txBox="1"/>
              <p:nvPr/>
            </p:nvSpPr>
            <p:spPr>
              <a:xfrm>
                <a:off x="13849941" y="5269796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541F7C72-DA74-88C7-E851-CA76BF702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9941" y="5269796"/>
                <a:ext cx="304800" cy="200055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D51DF3CF-A247-D9DE-D13D-8511D88FC1BE}"/>
                  </a:ext>
                </a:extLst>
              </p:cNvPr>
              <p:cNvSpPr txBox="1"/>
              <p:nvPr/>
            </p:nvSpPr>
            <p:spPr>
              <a:xfrm>
                <a:off x="13849941" y="5441241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D51DF3CF-A247-D9DE-D13D-8511D88FC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9941" y="5441241"/>
                <a:ext cx="304800" cy="20005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Rectangle: Rounded Corners 170">
                <a:extLst>
                  <a:ext uri="{FF2B5EF4-FFF2-40B4-BE49-F238E27FC236}">
                    <a16:creationId xmlns:a16="http://schemas.microsoft.com/office/drawing/2014/main" id="{86900D28-1155-6956-45F5-C1E9A1E20329}"/>
                  </a:ext>
                </a:extLst>
              </p:cNvPr>
              <p:cNvSpPr/>
              <p:nvPr/>
            </p:nvSpPr>
            <p:spPr>
              <a:xfrm>
                <a:off x="11976180" y="5188394"/>
                <a:ext cx="715613" cy="573751"/>
              </a:xfrm>
              <a:prstGeom prst="roundRect">
                <a:avLst>
                  <a:gd name="adj" fmla="val 6196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r>
                  <a:rPr lang="en-CA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ADC</a:t>
                </a:r>
              </a:p>
              <a:p>
                <a:pPr algn="ctr"/>
                <a:r>
                  <a:rPr lang="en-CA" sz="467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(Sampled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4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sz="4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4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CA" sz="467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CA" sz="467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1" name="Rectangle: Rounded Corners 170">
                <a:extLst>
                  <a:ext uri="{FF2B5EF4-FFF2-40B4-BE49-F238E27FC236}">
                    <a16:creationId xmlns:a16="http://schemas.microsoft.com/office/drawing/2014/main" id="{86900D28-1155-6956-45F5-C1E9A1E203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6180" y="5188394"/>
                <a:ext cx="715613" cy="573751"/>
              </a:xfrm>
              <a:prstGeom prst="roundRect">
                <a:avLst>
                  <a:gd name="adj" fmla="val 6196"/>
                </a:avLst>
              </a:prstGeom>
              <a:blipFill>
                <a:blip r:embed="rId43"/>
                <a:stretch>
                  <a:fillRect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08413258-3379-6A4F-0BCC-E63B3DFDC8B0}"/>
              </a:ext>
            </a:extLst>
          </p:cNvPr>
          <p:cNvCxnSpPr>
            <a:cxnSpLocks/>
          </p:cNvCxnSpPr>
          <p:nvPr/>
        </p:nvCxnSpPr>
        <p:spPr>
          <a:xfrm flipH="1">
            <a:off x="12687720" y="5458520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C2165152-0E2D-B22F-4C03-9DE3E3443224}"/>
              </a:ext>
            </a:extLst>
          </p:cNvPr>
          <p:cNvCxnSpPr>
            <a:cxnSpLocks/>
          </p:cNvCxnSpPr>
          <p:nvPr/>
        </p:nvCxnSpPr>
        <p:spPr>
          <a:xfrm flipH="1">
            <a:off x="12687720" y="5302133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E4D019FF-A7CC-6497-1EFF-09C5F33487F4}"/>
              </a:ext>
            </a:extLst>
          </p:cNvPr>
          <p:cNvCxnSpPr>
            <a:cxnSpLocks/>
          </p:cNvCxnSpPr>
          <p:nvPr/>
        </p:nvCxnSpPr>
        <p:spPr>
          <a:xfrm flipH="1">
            <a:off x="12687720" y="5632071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4FEC0430-BCB2-ED36-4F61-E48D7CC409B0}"/>
                  </a:ext>
                </a:extLst>
              </p:cNvPr>
              <p:cNvSpPr txBox="1"/>
              <p:nvPr/>
            </p:nvSpPr>
            <p:spPr>
              <a:xfrm>
                <a:off x="12733629" y="5113228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4FEC0430-BCB2-ED36-4F61-E48D7CC40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3629" y="5113228"/>
                <a:ext cx="304800" cy="200055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0BA7A267-02AE-ED5A-4357-FA9586BADF60}"/>
                  </a:ext>
                </a:extLst>
              </p:cNvPr>
              <p:cNvSpPr txBox="1"/>
              <p:nvPr/>
            </p:nvSpPr>
            <p:spPr>
              <a:xfrm>
                <a:off x="12733629" y="5269796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0BA7A267-02AE-ED5A-4357-FA9586BAD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3629" y="5269796"/>
                <a:ext cx="304800" cy="200055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831252E2-6EC7-3469-378C-4D412F621E58}"/>
                  </a:ext>
                </a:extLst>
              </p:cNvPr>
              <p:cNvSpPr txBox="1"/>
              <p:nvPr/>
            </p:nvSpPr>
            <p:spPr>
              <a:xfrm>
                <a:off x="12733629" y="5441241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831252E2-6EC7-3469-378C-4D412F621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3629" y="5441241"/>
                <a:ext cx="304800" cy="20005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Rectangle: Rounded Corners 185">
                <a:extLst>
                  <a:ext uri="{FF2B5EF4-FFF2-40B4-BE49-F238E27FC236}">
                    <a16:creationId xmlns:a16="http://schemas.microsoft.com/office/drawing/2014/main" id="{8B68CF85-260C-9B6E-2E90-E8A13F9AB6D4}"/>
                  </a:ext>
                </a:extLst>
              </p:cNvPr>
              <p:cNvSpPr/>
              <p:nvPr/>
            </p:nvSpPr>
            <p:spPr>
              <a:xfrm>
                <a:off x="10863943" y="5043345"/>
                <a:ext cx="715613" cy="864223"/>
              </a:xfrm>
              <a:prstGeom prst="roundRect">
                <a:avLst>
                  <a:gd name="adj" fmla="val 6196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Clarke</a:t>
                </a:r>
              </a:p>
              <a:p>
                <a:pPr algn="ctr"/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67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</a:t>
                </a:r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α</a:t>
                </a:r>
                <a:r>
                  <a:rPr lang="el-GR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CA" sz="467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467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CA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CA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CA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CA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CA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CA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CA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CA" sz="467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467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CA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CA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CA" sz="467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467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467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6" name="Rectangle: Rounded Corners 185">
                <a:extLst>
                  <a:ext uri="{FF2B5EF4-FFF2-40B4-BE49-F238E27FC236}">
                    <a16:creationId xmlns:a16="http://schemas.microsoft.com/office/drawing/2014/main" id="{8B68CF85-260C-9B6E-2E90-E8A13F9AB6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3943" y="5043345"/>
                <a:ext cx="715613" cy="864223"/>
              </a:xfrm>
              <a:prstGeom prst="roundRect">
                <a:avLst>
                  <a:gd name="adj" fmla="val 6196"/>
                </a:avLst>
              </a:prstGeom>
              <a:blipFill>
                <a:blip r:embed="rId44"/>
                <a:stretch>
                  <a:fillRect r="-14050" b="-8276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Rectangle: Rounded Corners 186">
                <a:extLst>
                  <a:ext uri="{FF2B5EF4-FFF2-40B4-BE49-F238E27FC236}">
                    <a16:creationId xmlns:a16="http://schemas.microsoft.com/office/drawing/2014/main" id="{18A493E0-B3E1-17A3-BF71-6D93A93F61C2}"/>
                  </a:ext>
                </a:extLst>
              </p:cNvPr>
              <p:cNvSpPr/>
              <p:nvPr/>
            </p:nvSpPr>
            <p:spPr>
              <a:xfrm>
                <a:off x="9744462" y="5041229"/>
                <a:ext cx="715613" cy="864223"/>
              </a:xfrm>
              <a:prstGeom prst="roundRect">
                <a:avLst>
                  <a:gd name="adj" fmla="val 6196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Park</a:t>
                </a:r>
              </a:p>
              <a:p>
                <a:pPr algn="ctr"/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(α</a:t>
                </a:r>
                <a:r>
                  <a:rPr lang="el-GR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CA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CA" sz="467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dq</a:t>
                </a:r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CA" sz="467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467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os</m:t>
                                </m:r>
                                <m:sSub>
                                  <m:sSubPr>
                                    <m:ctrlPr>
                                      <a:rPr lang="en-US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  <m:sSub>
                                  <m:sSubPr>
                                    <m:ctrlPr>
                                      <a:rPr lang="en-US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  <m:sSub>
                                  <m:sSubPr>
                                    <m:ctrlPr>
                                      <a:rPr lang="en-US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467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  <m:sSub>
                                  <m:sSubPr>
                                    <m:ctrlPr>
                                      <a:rPr lang="en-US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4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7" name="Rectangle: Rounded Corners 186">
                <a:extLst>
                  <a:ext uri="{FF2B5EF4-FFF2-40B4-BE49-F238E27FC236}">
                    <a16:creationId xmlns:a16="http://schemas.microsoft.com/office/drawing/2014/main" id="{18A493E0-B3E1-17A3-BF71-6D93A93F61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462" y="5041229"/>
                <a:ext cx="715613" cy="864223"/>
              </a:xfrm>
              <a:prstGeom prst="roundRect">
                <a:avLst>
                  <a:gd name="adj" fmla="val 6196"/>
                </a:avLst>
              </a:prstGeom>
              <a:blipFill>
                <a:blip r:embed="rId45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6ADB212-4DBD-F789-BB92-55DF24858B69}"/>
              </a:ext>
            </a:extLst>
          </p:cNvPr>
          <p:cNvCxnSpPr>
            <a:cxnSpLocks/>
          </p:cNvCxnSpPr>
          <p:nvPr/>
        </p:nvCxnSpPr>
        <p:spPr>
          <a:xfrm flipH="1">
            <a:off x="11579556" y="5476041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1A6846CF-E1CA-F55F-FEA5-02BBD1332614}"/>
              </a:ext>
            </a:extLst>
          </p:cNvPr>
          <p:cNvCxnSpPr>
            <a:cxnSpLocks/>
          </p:cNvCxnSpPr>
          <p:nvPr/>
        </p:nvCxnSpPr>
        <p:spPr>
          <a:xfrm flipH="1">
            <a:off x="11579556" y="5319655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92B2366B-889B-4DDA-42D6-F341349E227E}"/>
              </a:ext>
            </a:extLst>
          </p:cNvPr>
          <p:cNvCxnSpPr>
            <a:cxnSpLocks/>
          </p:cNvCxnSpPr>
          <p:nvPr/>
        </p:nvCxnSpPr>
        <p:spPr>
          <a:xfrm flipH="1">
            <a:off x="11579556" y="5649593"/>
            <a:ext cx="396625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C61CF715-E018-A8D6-DC80-2AC5A853FF67}"/>
                  </a:ext>
                </a:extLst>
              </p:cNvPr>
              <p:cNvSpPr txBox="1"/>
              <p:nvPr/>
            </p:nvSpPr>
            <p:spPr>
              <a:xfrm>
                <a:off x="11625467" y="5146625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C61CF715-E018-A8D6-DC80-2AC5A853F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5467" y="5146625"/>
                <a:ext cx="304800" cy="200055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14CEDF8D-2161-912C-A781-D9C037891793}"/>
                  </a:ext>
                </a:extLst>
              </p:cNvPr>
              <p:cNvSpPr txBox="1"/>
              <p:nvPr/>
            </p:nvSpPr>
            <p:spPr>
              <a:xfrm>
                <a:off x="11625467" y="5303193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14CEDF8D-2161-912C-A781-D9C037891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5467" y="5303193"/>
                <a:ext cx="304800" cy="200055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EE9BB093-D518-4098-0E55-D962D8FA463E}"/>
                  </a:ext>
                </a:extLst>
              </p:cNvPr>
              <p:cNvSpPr txBox="1"/>
              <p:nvPr/>
            </p:nvSpPr>
            <p:spPr>
              <a:xfrm>
                <a:off x="11625467" y="5474638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EE9BB093-D518-4098-0E55-D962D8FA4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5467" y="5474638"/>
                <a:ext cx="304800" cy="200055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45D18CE3-30F8-96A9-9823-F722A8331EBB}"/>
              </a:ext>
            </a:extLst>
          </p:cNvPr>
          <p:cNvCxnSpPr>
            <a:cxnSpLocks/>
          </p:cNvCxnSpPr>
          <p:nvPr/>
        </p:nvCxnSpPr>
        <p:spPr>
          <a:xfrm flipH="1">
            <a:off x="10454695" y="5233668"/>
            <a:ext cx="408673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B73392BC-4F21-A3A3-140D-3DCC75E1181B}"/>
              </a:ext>
            </a:extLst>
          </p:cNvPr>
          <p:cNvCxnSpPr>
            <a:cxnSpLocks/>
          </p:cNvCxnSpPr>
          <p:nvPr/>
        </p:nvCxnSpPr>
        <p:spPr>
          <a:xfrm flipH="1">
            <a:off x="10466740" y="5744187"/>
            <a:ext cx="3972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BB2E6544-E730-3343-3B74-A0224ECD92BD}"/>
                  </a:ext>
                </a:extLst>
              </p:cNvPr>
              <p:cNvSpPr txBox="1"/>
              <p:nvPr/>
            </p:nvSpPr>
            <p:spPr>
              <a:xfrm>
                <a:off x="10507108" y="5032201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700" i="0" dirty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α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BB2E6544-E730-3343-3B74-A0224ECD9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108" y="5032201"/>
                <a:ext cx="304800" cy="200055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0206A952-A0B7-9CE1-534A-DCF70B45E673}"/>
                  </a:ext>
                </a:extLst>
              </p:cNvPr>
              <p:cNvSpPr txBox="1"/>
              <p:nvPr/>
            </p:nvSpPr>
            <p:spPr>
              <a:xfrm>
                <a:off x="10507866" y="5535499"/>
                <a:ext cx="304800" cy="209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sz="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0206A952-A0B7-9CE1-534A-DCF70B45E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866" y="5535499"/>
                <a:ext cx="304800" cy="209673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Rectangle: Rounded Corners 216">
                <a:extLst>
                  <a:ext uri="{FF2B5EF4-FFF2-40B4-BE49-F238E27FC236}">
                    <a16:creationId xmlns:a16="http://schemas.microsoft.com/office/drawing/2014/main" id="{3A200990-88BB-BA79-D574-636C1AED2227}"/>
                  </a:ext>
                </a:extLst>
              </p:cNvPr>
              <p:cNvSpPr/>
              <p:nvPr/>
            </p:nvSpPr>
            <p:spPr>
              <a:xfrm>
                <a:off x="9858697" y="6220714"/>
                <a:ext cx="488779" cy="23997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(Electrical Angle)</a:t>
                </a:r>
              </a:p>
            </p:txBody>
          </p:sp>
        </mc:Choice>
        <mc:Fallback xmlns="">
          <p:sp>
            <p:nvSpPr>
              <p:cNvPr id="217" name="Rectangle: Rounded Corners 216">
                <a:extLst>
                  <a:ext uri="{FF2B5EF4-FFF2-40B4-BE49-F238E27FC236}">
                    <a16:creationId xmlns:a16="http://schemas.microsoft.com/office/drawing/2014/main" id="{3A200990-88BB-BA79-D574-636C1AED22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697" y="6220714"/>
                <a:ext cx="488779" cy="239970"/>
              </a:xfrm>
              <a:prstGeom prst="roundRect">
                <a:avLst/>
              </a:prstGeom>
              <a:blipFill>
                <a:blip r:embed="rId49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1690630B-256C-21D2-6095-8C0C1DDB49F6}"/>
              </a:ext>
            </a:extLst>
          </p:cNvPr>
          <p:cNvCxnSpPr>
            <a:stCxn id="217" idx="0"/>
            <a:endCxn id="187" idx="2"/>
          </p:cNvCxnSpPr>
          <p:nvPr/>
        </p:nvCxnSpPr>
        <p:spPr>
          <a:xfrm flipH="1" flipV="1">
            <a:off x="10102267" y="5905452"/>
            <a:ext cx="818" cy="315265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: Elbow 226">
            <a:extLst>
              <a:ext uri="{FF2B5EF4-FFF2-40B4-BE49-F238E27FC236}">
                <a16:creationId xmlns:a16="http://schemas.microsoft.com/office/drawing/2014/main" id="{52C8A790-13BB-477A-6FC2-6C922EA1C74F}"/>
              </a:ext>
            </a:extLst>
          </p:cNvPr>
          <p:cNvCxnSpPr>
            <a:cxnSpLocks/>
            <a:endCxn id="7" idx="4"/>
          </p:cNvCxnSpPr>
          <p:nvPr/>
        </p:nvCxnSpPr>
        <p:spPr>
          <a:xfrm rot="10800000">
            <a:off x="6348961" y="3490511"/>
            <a:ext cx="3384759" cy="2253454"/>
          </a:xfrm>
          <a:prstGeom prst="bentConnector2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: Elbow 228">
            <a:extLst>
              <a:ext uri="{FF2B5EF4-FFF2-40B4-BE49-F238E27FC236}">
                <a16:creationId xmlns:a16="http://schemas.microsoft.com/office/drawing/2014/main" id="{6B6820A2-519B-DAB1-C11A-5686E259BFCE}"/>
              </a:ext>
            </a:extLst>
          </p:cNvPr>
          <p:cNvCxnSpPr>
            <a:cxnSpLocks/>
            <a:endCxn id="5" idx="4"/>
          </p:cNvCxnSpPr>
          <p:nvPr/>
        </p:nvCxnSpPr>
        <p:spPr>
          <a:xfrm rot="10800000">
            <a:off x="6861931" y="2995564"/>
            <a:ext cx="2874922" cy="2229393"/>
          </a:xfrm>
          <a:prstGeom prst="bentConnector2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4599AF82-6AFC-BA5B-9099-72F93A2D41A4}"/>
                  </a:ext>
                </a:extLst>
              </p:cNvPr>
              <p:cNvSpPr txBox="1"/>
              <p:nvPr/>
            </p:nvSpPr>
            <p:spPr>
              <a:xfrm>
                <a:off x="9355323" y="5016824"/>
                <a:ext cx="304800" cy="207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CA" sz="700" i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4599AF82-6AFC-BA5B-9099-72F93A2D4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323" y="5016824"/>
                <a:ext cx="304800" cy="207686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9796933C-EB48-8BDA-1F51-F533CF634B10}"/>
                  </a:ext>
                </a:extLst>
              </p:cNvPr>
              <p:cNvSpPr txBox="1"/>
              <p:nvPr/>
            </p:nvSpPr>
            <p:spPr>
              <a:xfrm>
                <a:off x="9356081" y="5538872"/>
                <a:ext cx="304800" cy="209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700" i="1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</m:oMath>
                  </m:oMathPara>
                </a14:m>
                <a:endPara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9796933C-EB48-8BDA-1F51-F533CF634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081" y="5538872"/>
                <a:ext cx="304800" cy="209609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" name="TextBox 241">
            <a:extLst>
              <a:ext uri="{FF2B5EF4-FFF2-40B4-BE49-F238E27FC236}">
                <a16:creationId xmlns:a16="http://schemas.microsoft.com/office/drawing/2014/main" id="{C1C72D86-28AC-0AE7-7175-728507128CBE}"/>
              </a:ext>
            </a:extLst>
          </p:cNvPr>
          <p:cNvSpPr txBox="1"/>
          <p:nvPr/>
        </p:nvSpPr>
        <p:spPr>
          <a:xfrm>
            <a:off x="6334102" y="3427231"/>
            <a:ext cx="2022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</a:t>
            </a:r>
            <a:endParaRPr lang="en-CA" sz="120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CEDB6FD-6EFC-C660-5B37-D17C0D38F7A3}"/>
              </a:ext>
            </a:extLst>
          </p:cNvPr>
          <p:cNvSpPr txBox="1"/>
          <p:nvPr/>
        </p:nvSpPr>
        <p:spPr>
          <a:xfrm>
            <a:off x="6833812" y="2902745"/>
            <a:ext cx="2022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</a:t>
            </a:r>
            <a:endParaRPr lang="en-CA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Rectangle: Rounded Corners 244">
                <a:extLst>
                  <a:ext uri="{FF2B5EF4-FFF2-40B4-BE49-F238E27FC236}">
                    <a16:creationId xmlns:a16="http://schemas.microsoft.com/office/drawing/2014/main" id="{8B88385B-B086-D36C-BCCE-900CB85A626B}"/>
                  </a:ext>
                </a:extLst>
              </p:cNvPr>
              <p:cNvSpPr/>
              <p:nvPr/>
            </p:nvSpPr>
            <p:spPr>
              <a:xfrm>
                <a:off x="16081899" y="4290290"/>
                <a:ext cx="488779" cy="35041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CA" sz="4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CA" sz="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(Angular Velocity)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en-US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CA" sz="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den>
                      </m:f>
                    </m:oMath>
                  </m:oMathPara>
                </a14:m>
                <a:endParaRPr lang="en-US" sz="4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5" name="Rectangle: Rounded Corners 244">
                <a:extLst>
                  <a:ext uri="{FF2B5EF4-FFF2-40B4-BE49-F238E27FC236}">
                    <a16:creationId xmlns:a16="http://schemas.microsoft.com/office/drawing/2014/main" id="{8B88385B-B086-D36C-BCCE-900CB85A62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1899" y="4290290"/>
                <a:ext cx="488779" cy="350412"/>
              </a:xfrm>
              <a:prstGeom prst="roundRect">
                <a:avLst/>
              </a:prstGeom>
              <a:blipFill>
                <a:blip r:embed="rId52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3" name="Connector: Elbow 252">
            <a:extLst>
              <a:ext uri="{FF2B5EF4-FFF2-40B4-BE49-F238E27FC236}">
                <a16:creationId xmlns:a16="http://schemas.microsoft.com/office/drawing/2014/main" id="{50AB69BF-57D7-DB66-D356-8203269FF02B}"/>
              </a:ext>
            </a:extLst>
          </p:cNvPr>
          <p:cNvCxnSpPr>
            <a:stCxn id="86" idx="1"/>
            <a:endCxn id="95" idx="0"/>
          </p:cNvCxnSpPr>
          <p:nvPr/>
        </p:nvCxnSpPr>
        <p:spPr>
          <a:xfrm rot="10800000" flipV="1">
            <a:off x="15517856" y="4024003"/>
            <a:ext cx="158536" cy="26770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: Elbow 254">
            <a:extLst>
              <a:ext uri="{FF2B5EF4-FFF2-40B4-BE49-F238E27FC236}">
                <a16:creationId xmlns:a16="http://schemas.microsoft.com/office/drawing/2014/main" id="{3B45CF46-EC46-2A13-A13C-A8B4A537D302}"/>
              </a:ext>
            </a:extLst>
          </p:cNvPr>
          <p:cNvCxnSpPr>
            <a:cxnSpLocks/>
            <a:stCxn id="86" idx="3"/>
          </p:cNvCxnSpPr>
          <p:nvPr/>
        </p:nvCxnSpPr>
        <p:spPr>
          <a:xfrm>
            <a:off x="16165170" y="4024001"/>
            <a:ext cx="158536" cy="2677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Rectangle: Rounded Corners 255">
                <a:extLst>
                  <a:ext uri="{FF2B5EF4-FFF2-40B4-BE49-F238E27FC236}">
                    <a16:creationId xmlns:a16="http://schemas.microsoft.com/office/drawing/2014/main" id="{CF54F100-5F9C-26BE-496D-7CC603DCF543}"/>
                  </a:ext>
                </a:extLst>
              </p:cNvPr>
              <p:cNvSpPr/>
              <p:nvPr/>
            </p:nvSpPr>
            <p:spPr>
              <a:xfrm>
                <a:off x="5053760" y="2772088"/>
                <a:ext cx="785805" cy="864223"/>
              </a:xfrm>
              <a:prstGeom prst="roundRect">
                <a:avLst>
                  <a:gd name="adj" fmla="val 6196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A" sz="467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sz="467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  <m:sub>
                        <m:r>
                          <a:rPr lang="en-CA" sz="467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467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PI Controller (Discrete)</a:t>
                </a: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sz="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5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sz="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CA" sz="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4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CA" sz="4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CA" sz="4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CA" sz="467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CA" sz="467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CA" sz="467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6" name="Rectangle: Rounded Corners 255">
                <a:extLst>
                  <a:ext uri="{FF2B5EF4-FFF2-40B4-BE49-F238E27FC236}">
                    <a16:creationId xmlns:a16="http://schemas.microsoft.com/office/drawing/2014/main" id="{CF54F100-5F9C-26BE-496D-7CC603DCF5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760" y="2772088"/>
                <a:ext cx="785805" cy="864223"/>
              </a:xfrm>
              <a:prstGeom prst="roundRect">
                <a:avLst>
                  <a:gd name="adj" fmla="val 6196"/>
                </a:avLst>
              </a:prstGeom>
              <a:blipFill>
                <a:blip r:embed="rId53"/>
                <a:stretch>
                  <a:fillRect/>
                </a:stretch>
              </a:blip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Rectangle: Rounded Corners 256">
                <a:extLst>
                  <a:ext uri="{FF2B5EF4-FFF2-40B4-BE49-F238E27FC236}">
                    <a16:creationId xmlns:a16="http://schemas.microsoft.com/office/drawing/2014/main" id="{96506A20-102A-9596-59B8-C69F38BE9610}"/>
                  </a:ext>
                </a:extLst>
              </p:cNvPr>
              <p:cNvSpPr/>
              <p:nvPr/>
            </p:nvSpPr>
            <p:spPr>
              <a:xfrm>
                <a:off x="4207982" y="3904015"/>
                <a:ext cx="488779" cy="23997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CA" sz="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(Angular Velocity)</a:t>
                </a:r>
              </a:p>
            </p:txBody>
          </p:sp>
        </mc:Choice>
        <mc:Fallback xmlns="">
          <p:sp>
            <p:nvSpPr>
              <p:cNvPr id="257" name="Rectangle: Rounded Corners 256">
                <a:extLst>
                  <a:ext uri="{FF2B5EF4-FFF2-40B4-BE49-F238E27FC236}">
                    <a16:creationId xmlns:a16="http://schemas.microsoft.com/office/drawing/2014/main" id="{96506A20-102A-9596-59B8-C69F38BE9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982" y="3904015"/>
                <a:ext cx="488779" cy="239970"/>
              </a:xfrm>
              <a:prstGeom prst="roundRect">
                <a:avLst/>
              </a:prstGeom>
              <a:blipFill>
                <a:blip r:embed="rId54"/>
                <a:stretch>
                  <a:fillRect/>
                </a:stretch>
              </a:blipFill>
              <a:ln w="19050">
                <a:solidFill>
                  <a:schemeClr val="accent3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0" name="Oval 259">
            <a:extLst>
              <a:ext uri="{FF2B5EF4-FFF2-40B4-BE49-F238E27FC236}">
                <a16:creationId xmlns:a16="http://schemas.microsoft.com/office/drawing/2014/main" id="{E5227DA0-B0B7-D39B-5C17-4A2E94E07CBF}"/>
              </a:ext>
            </a:extLst>
          </p:cNvPr>
          <p:cNvSpPr/>
          <p:nvPr/>
        </p:nvSpPr>
        <p:spPr>
          <a:xfrm>
            <a:off x="4404682" y="3155794"/>
            <a:ext cx="95250" cy="9525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70D67868-CD95-726A-B878-BD8A2E325BEA}"/>
              </a:ext>
            </a:extLst>
          </p:cNvPr>
          <p:cNvSpPr txBox="1"/>
          <p:nvPr/>
        </p:nvSpPr>
        <p:spPr>
          <a:xfrm>
            <a:off x="4288018" y="3034504"/>
            <a:ext cx="2119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</a:t>
            </a:r>
            <a:endParaRPr lang="en-CA" sz="1200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D797FBD-0F76-355A-4CB0-B7640A343944}"/>
              </a:ext>
            </a:extLst>
          </p:cNvPr>
          <p:cNvSpPr txBox="1"/>
          <p:nvPr/>
        </p:nvSpPr>
        <p:spPr>
          <a:xfrm>
            <a:off x="4454327" y="3187074"/>
            <a:ext cx="2022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</a:t>
            </a:r>
            <a:endParaRPr lang="en-CA" sz="1200" dirty="0"/>
          </a:p>
        </p:txBody>
      </p: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35FA104B-DDA1-50B9-C38F-4147C82B36E7}"/>
              </a:ext>
            </a:extLst>
          </p:cNvPr>
          <p:cNvCxnSpPr>
            <a:cxnSpLocks/>
            <a:stCxn id="260" idx="6"/>
            <a:endCxn id="256" idx="1"/>
          </p:cNvCxnSpPr>
          <p:nvPr/>
        </p:nvCxnSpPr>
        <p:spPr>
          <a:xfrm>
            <a:off x="4499932" y="3203419"/>
            <a:ext cx="553826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9130DEAE-22C5-97BC-982F-EF06722313F2}"/>
              </a:ext>
            </a:extLst>
          </p:cNvPr>
          <p:cNvCxnSpPr>
            <a:stCxn id="257" idx="0"/>
            <a:endCxn id="260" idx="4"/>
          </p:cNvCxnSpPr>
          <p:nvPr/>
        </p:nvCxnSpPr>
        <p:spPr>
          <a:xfrm flipH="1" flipV="1">
            <a:off x="4452307" y="3251047"/>
            <a:ext cx="62" cy="652971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5AEB7D84-ADC9-64F8-1E64-F17685165FCB}"/>
                  </a:ext>
                </a:extLst>
              </p:cNvPr>
              <p:cNvSpPr txBox="1"/>
              <p:nvPr/>
            </p:nvSpPr>
            <p:spPr>
              <a:xfrm>
                <a:off x="3668849" y="3085660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sz="7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5AEB7D84-ADC9-64F8-1E64-F17685165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849" y="3085660"/>
                <a:ext cx="304800" cy="200055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DC172521-E9C9-84CF-65E7-14D91590E044}"/>
              </a:ext>
            </a:extLst>
          </p:cNvPr>
          <p:cNvCxnSpPr>
            <a:cxnSpLocks/>
          </p:cNvCxnSpPr>
          <p:nvPr/>
        </p:nvCxnSpPr>
        <p:spPr>
          <a:xfrm flipH="1">
            <a:off x="3953320" y="3203937"/>
            <a:ext cx="449166" cy="9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AE8C5729-64C5-C219-0671-C26A27F96322}"/>
                  </a:ext>
                </a:extLst>
              </p:cNvPr>
              <p:cNvSpPr txBox="1"/>
              <p:nvPr/>
            </p:nvSpPr>
            <p:spPr>
              <a:xfrm>
                <a:off x="4610029" y="3013883"/>
                <a:ext cx="3048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CA" sz="700" i="1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</m:oMath>
                  </m:oMathPara>
                </a14:m>
                <a:endParaRPr lang="en-CA" sz="7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AE8C5729-64C5-C219-0671-C26A27F96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029" y="3013883"/>
                <a:ext cx="304800" cy="200055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6513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5C76B-9A99-A061-BC13-EBED182C3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5D4E07F-5611-D10F-CED3-11AA445EE829}"/>
              </a:ext>
            </a:extLst>
          </p:cNvPr>
          <p:cNvCxnSpPr>
            <a:cxnSpLocks/>
          </p:cNvCxnSpPr>
          <p:nvPr/>
        </p:nvCxnSpPr>
        <p:spPr>
          <a:xfrm flipH="1">
            <a:off x="4626500" y="2068451"/>
            <a:ext cx="983589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B80290C-C725-B724-A6EF-3D6839CEE60F}"/>
                  </a:ext>
                </a:extLst>
              </p:cNvPr>
              <p:cNvSpPr txBox="1"/>
              <p:nvPr/>
            </p:nvSpPr>
            <p:spPr>
              <a:xfrm>
                <a:off x="4683696" y="1859890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B80290C-C725-B724-A6EF-3D6839CEE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696" y="1859890"/>
                <a:ext cx="304800" cy="2308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25A4875-337C-9D55-E1E8-D8CA226D85BF}"/>
                  </a:ext>
                </a:extLst>
              </p:cNvPr>
              <p:cNvSpPr txBox="1"/>
              <p:nvPr/>
            </p:nvSpPr>
            <p:spPr>
              <a:xfrm>
                <a:off x="4678681" y="2600588"/>
                <a:ext cx="304800" cy="243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i="1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  <m:sup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25A4875-337C-9D55-E1E8-D8CA226D8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681" y="2600588"/>
                <a:ext cx="304800" cy="2431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E391D04-4DEC-6D07-FBA3-B0107B65FF84}"/>
              </a:ext>
            </a:extLst>
          </p:cNvPr>
          <p:cNvCxnSpPr>
            <a:cxnSpLocks/>
            <a:stCxn id="102" idx="2"/>
          </p:cNvCxnSpPr>
          <p:nvPr/>
        </p:nvCxnSpPr>
        <p:spPr>
          <a:xfrm flipH="1" flipV="1">
            <a:off x="4634509" y="2821026"/>
            <a:ext cx="450707" cy="21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Rectangle: Rounded Corners 255">
                <a:extLst>
                  <a:ext uri="{FF2B5EF4-FFF2-40B4-BE49-F238E27FC236}">
                    <a16:creationId xmlns:a16="http://schemas.microsoft.com/office/drawing/2014/main" id="{0B6E3657-C2A5-8D41-F53A-8C8DE72CAA22}"/>
                  </a:ext>
                </a:extLst>
              </p:cNvPr>
              <p:cNvSpPr/>
              <p:nvPr/>
            </p:nvSpPr>
            <p:spPr>
              <a:xfrm>
                <a:off x="3348138" y="1918913"/>
                <a:ext cx="1276533" cy="1058553"/>
              </a:xfrm>
              <a:prstGeom prst="roundRect">
                <a:avLst>
                  <a:gd name="adj" fmla="val 6196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A" sz="105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sz="105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  <m:sub>
                        <m:r>
                          <a:rPr lang="en-CA" sz="105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PI Controller </a:t>
                </a:r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(Discrete)</a:t>
                </a:r>
              </a:p>
              <a:p>
                <a:pPr algn="ctr"/>
                <a:endParaRPr 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CA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CA" sz="700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CA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CA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CA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CA" sz="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CA" sz="467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46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6" name="Rectangle: Rounded Corners 255">
                <a:extLst>
                  <a:ext uri="{FF2B5EF4-FFF2-40B4-BE49-F238E27FC236}">
                    <a16:creationId xmlns:a16="http://schemas.microsoft.com/office/drawing/2014/main" id="{0B6E3657-C2A5-8D41-F53A-8C8DE72CA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138" y="1918913"/>
                <a:ext cx="1276533" cy="1058553"/>
              </a:xfrm>
              <a:prstGeom prst="roundRect">
                <a:avLst>
                  <a:gd name="adj" fmla="val 6196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0" name="Oval 259">
            <a:extLst>
              <a:ext uri="{FF2B5EF4-FFF2-40B4-BE49-F238E27FC236}">
                <a16:creationId xmlns:a16="http://schemas.microsoft.com/office/drawing/2014/main" id="{7D78E38A-9579-A5EF-0306-9FD2ABEBBABA}"/>
              </a:ext>
            </a:extLst>
          </p:cNvPr>
          <p:cNvSpPr/>
          <p:nvPr/>
        </p:nvSpPr>
        <p:spPr>
          <a:xfrm>
            <a:off x="2654041" y="2361943"/>
            <a:ext cx="172800" cy="1724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911D1DF1-80D4-3C5D-E378-7B247D59ACC9}"/>
              </a:ext>
            </a:extLst>
          </p:cNvPr>
          <p:cNvSpPr txBox="1"/>
          <p:nvPr/>
        </p:nvSpPr>
        <p:spPr>
          <a:xfrm>
            <a:off x="2507534" y="2242707"/>
            <a:ext cx="1770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</a:t>
            </a:r>
            <a:endParaRPr lang="en-CA" sz="1200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2B351C97-E750-776D-40C3-1A2D03A8B71B}"/>
              </a:ext>
            </a:extLst>
          </p:cNvPr>
          <p:cNvSpPr txBox="1"/>
          <p:nvPr/>
        </p:nvSpPr>
        <p:spPr>
          <a:xfrm>
            <a:off x="2752700" y="2404212"/>
            <a:ext cx="2022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_</a:t>
            </a:r>
            <a:endParaRPr lang="en-CA" sz="1200" dirty="0"/>
          </a:p>
        </p:txBody>
      </p: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82323032-CC55-7B1F-EC84-1052A85723BC}"/>
              </a:ext>
            </a:extLst>
          </p:cNvPr>
          <p:cNvCxnSpPr>
            <a:cxnSpLocks/>
            <a:stCxn id="260" idx="6"/>
            <a:endCxn id="256" idx="1"/>
          </p:cNvCxnSpPr>
          <p:nvPr/>
        </p:nvCxnSpPr>
        <p:spPr>
          <a:xfrm>
            <a:off x="2826843" y="2448189"/>
            <a:ext cx="521295" cy="1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700AB4B6-2E91-3501-15BA-EA507AA580A4}"/>
              </a:ext>
            </a:extLst>
          </p:cNvPr>
          <p:cNvCxnSpPr>
            <a:cxnSpLocks/>
          </p:cNvCxnSpPr>
          <p:nvPr/>
        </p:nvCxnSpPr>
        <p:spPr>
          <a:xfrm flipV="1">
            <a:off x="2739680" y="2534342"/>
            <a:ext cx="700" cy="59458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0B1F3BCA-3FE1-BAD2-DE12-5E199D3456C0}"/>
                  </a:ext>
                </a:extLst>
              </p:cNvPr>
              <p:cNvSpPr txBox="1"/>
              <p:nvPr/>
            </p:nvSpPr>
            <p:spPr>
              <a:xfrm>
                <a:off x="2202796" y="2243841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CA" sz="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CA" sz="9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CA" sz="9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CA" sz="9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0B1F3BCA-3FE1-BAD2-DE12-5E199D345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796" y="2243841"/>
                <a:ext cx="304800" cy="2308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17B2510F-03ED-B4BA-1F74-AB23808C61A3}"/>
              </a:ext>
            </a:extLst>
          </p:cNvPr>
          <p:cNvCxnSpPr>
            <a:cxnSpLocks/>
          </p:cNvCxnSpPr>
          <p:nvPr/>
        </p:nvCxnSpPr>
        <p:spPr>
          <a:xfrm flipH="1">
            <a:off x="2197380" y="2446821"/>
            <a:ext cx="449166" cy="91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620CC4E5-7903-4851-402D-C5DDDE967B68}"/>
                  </a:ext>
                </a:extLst>
              </p:cNvPr>
              <p:cNvSpPr txBox="1"/>
              <p:nvPr/>
            </p:nvSpPr>
            <p:spPr>
              <a:xfrm>
                <a:off x="2914679" y="2219139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CA" sz="900" i="1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</m:oMath>
                  </m:oMathPara>
                </a14:m>
                <a:endParaRPr lang="en-CA" sz="9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620CC4E5-7903-4851-402D-C5DDDE967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679" y="2219139"/>
                <a:ext cx="304800" cy="2308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9B1BDC6B-A282-D72D-C10C-49DA039DD604}"/>
                  </a:ext>
                </a:extLst>
              </p:cNvPr>
              <p:cNvSpPr/>
              <p:nvPr/>
            </p:nvSpPr>
            <p:spPr>
              <a:xfrm>
                <a:off x="6537098" y="1751025"/>
                <a:ext cx="1234755" cy="653187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A" sz="105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sz="105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b>
                        <m:r>
                          <a:rPr lang="en-CA" sz="105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sub>
                    </m:sSub>
                    <m:r>
                      <a:rPr lang="en-CA" sz="105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CA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 Controller </a:t>
                </a:r>
                <a:r>
                  <a:rPr lang="en-CA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(Discrete)</a:t>
                </a:r>
              </a:p>
              <a:p>
                <a:pPr algn="ctr"/>
                <a:endParaRPr lang="en-CA" sz="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CA" sz="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9B1BDC6B-A282-D72D-C10C-49DA039DD6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098" y="1751025"/>
                <a:ext cx="1234755" cy="653187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FCFE076-644C-3CE0-298B-DB4CB36300A0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5782889" y="2076189"/>
            <a:ext cx="754209" cy="1431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428B943-8296-7A3A-247B-C36E35D8CAF7}"/>
              </a:ext>
            </a:extLst>
          </p:cNvPr>
          <p:cNvCxnSpPr>
            <a:cxnSpLocks/>
          </p:cNvCxnSpPr>
          <p:nvPr/>
        </p:nvCxnSpPr>
        <p:spPr>
          <a:xfrm>
            <a:off x="5260053" y="2818617"/>
            <a:ext cx="1273742" cy="1431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AF86192-1376-3122-D320-15E60E4ECE7C}"/>
                  </a:ext>
                </a:extLst>
              </p:cNvPr>
              <p:cNvSpPr txBox="1"/>
              <p:nvPr/>
            </p:nvSpPr>
            <p:spPr>
              <a:xfrm>
                <a:off x="6103638" y="1875078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AF86192-1376-3122-D320-15E60E4EC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638" y="1875078"/>
                <a:ext cx="304800" cy="2308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454A58B-0963-FEBB-9B6E-1B0FE40E3E24}"/>
                  </a:ext>
                </a:extLst>
              </p:cNvPr>
              <p:cNvSpPr txBox="1"/>
              <p:nvPr/>
            </p:nvSpPr>
            <p:spPr>
              <a:xfrm>
                <a:off x="6103638" y="2566137"/>
                <a:ext cx="304800" cy="243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i="1"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454A58B-0963-FEBB-9B6E-1B0FE40E3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638" y="2566137"/>
                <a:ext cx="304800" cy="2431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Oval 89">
            <a:extLst>
              <a:ext uri="{FF2B5EF4-FFF2-40B4-BE49-F238E27FC236}">
                <a16:creationId xmlns:a16="http://schemas.microsoft.com/office/drawing/2014/main" id="{7331FA3D-A351-8DBA-A41F-B7F5B1AD4C7E}"/>
              </a:ext>
            </a:extLst>
          </p:cNvPr>
          <p:cNvSpPr/>
          <p:nvPr/>
        </p:nvSpPr>
        <p:spPr>
          <a:xfrm>
            <a:off x="5614849" y="1986971"/>
            <a:ext cx="172800" cy="1724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795FC97-7909-93E9-EBB6-94B352AEAFBF}"/>
              </a:ext>
            </a:extLst>
          </p:cNvPr>
          <p:cNvSpPr/>
          <p:nvPr/>
        </p:nvSpPr>
        <p:spPr>
          <a:xfrm>
            <a:off x="5085214" y="2736966"/>
            <a:ext cx="172800" cy="1724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427CF0-0AB7-D35B-9C07-5EAB6C0B1C3A}"/>
              </a:ext>
            </a:extLst>
          </p:cNvPr>
          <p:cNvSpPr txBox="1"/>
          <p:nvPr/>
        </p:nvSpPr>
        <p:spPr>
          <a:xfrm>
            <a:off x="5505165" y="1843482"/>
            <a:ext cx="1770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</a:t>
            </a:r>
            <a:endParaRPr lang="en-CA" sz="12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A527540-9EAF-6070-14C8-FECD66D1D5C6}"/>
              </a:ext>
            </a:extLst>
          </p:cNvPr>
          <p:cNvSpPr txBox="1"/>
          <p:nvPr/>
        </p:nvSpPr>
        <p:spPr>
          <a:xfrm>
            <a:off x="5712445" y="2023984"/>
            <a:ext cx="2022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_</a:t>
            </a:r>
            <a:endParaRPr lang="en-CA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34B9C2C-8D34-90E9-AA07-799A69B3A599}"/>
              </a:ext>
            </a:extLst>
          </p:cNvPr>
          <p:cNvSpPr txBox="1"/>
          <p:nvPr/>
        </p:nvSpPr>
        <p:spPr>
          <a:xfrm>
            <a:off x="5001725" y="2578519"/>
            <a:ext cx="1770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</a:t>
            </a:r>
            <a:endParaRPr lang="en-CA" sz="12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2B84DD4-A345-CA00-F3C3-203BC843F5CF}"/>
              </a:ext>
            </a:extLst>
          </p:cNvPr>
          <p:cNvSpPr txBox="1"/>
          <p:nvPr/>
        </p:nvSpPr>
        <p:spPr>
          <a:xfrm>
            <a:off x="5189953" y="2768548"/>
            <a:ext cx="2022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_</a:t>
            </a:r>
            <a:endParaRPr lang="en-CA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Rectangle: Rounded Corners 142">
                <a:extLst>
                  <a:ext uri="{FF2B5EF4-FFF2-40B4-BE49-F238E27FC236}">
                    <a16:creationId xmlns:a16="http://schemas.microsoft.com/office/drawing/2014/main" id="{29696E3D-A16D-F582-FE71-7FFC35ABCFEA}"/>
                  </a:ext>
                </a:extLst>
              </p:cNvPr>
              <p:cNvSpPr/>
              <p:nvPr/>
            </p:nvSpPr>
            <p:spPr>
              <a:xfrm>
                <a:off x="6537098" y="2498085"/>
                <a:ext cx="1234755" cy="653187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A" sz="105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sz="105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05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q</m:t>
                        </m:r>
                      </m:sub>
                    </m:sSub>
                    <m:r>
                      <a:rPr lang="en-CA" sz="105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CA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 Controller </a:t>
                </a:r>
                <a:r>
                  <a:rPr lang="en-CA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(Discrete)</a:t>
                </a:r>
              </a:p>
              <a:p>
                <a:pPr algn="ctr"/>
                <a:endParaRPr lang="en-CA" sz="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sub>
                      </m:sSub>
                      <m:r>
                        <a:rPr lang="en-US" sz="7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CA" sz="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Rectangle: Rounded Corners 142">
                <a:extLst>
                  <a:ext uri="{FF2B5EF4-FFF2-40B4-BE49-F238E27FC236}">
                    <a16:creationId xmlns:a16="http://schemas.microsoft.com/office/drawing/2014/main" id="{29696E3D-A16D-F582-FE71-7FFC35ABCF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098" y="2498085"/>
                <a:ext cx="1234755" cy="653187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Rectangle: Rounded Corners 143">
                <a:extLst>
                  <a:ext uri="{FF2B5EF4-FFF2-40B4-BE49-F238E27FC236}">
                    <a16:creationId xmlns:a16="http://schemas.microsoft.com/office/drawing/2014/main" id="{DD4C4DFD-A4A5-ACF7-C02A-C0E7999CF282}"/>
                  </a:ext>
                </a:extLst>
              </p:cNvPr>
              <p:cNvSpPr/>
              <p:nvPr/>
            </p:nvSpPr>
            <p:spPr>
              <a:xfrm>
                <a:off x="8422207" y="1813915"/>
                <a:ext cx="1399655" cy="1276473"/>
              </a:xfrm>
              <a:prstGeom prst="roundRect">
                <a:avLst>
                  <a:gd name="adj" fmla="val 6196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Inverse Park</a:t>
                </a:r>
              </a:p>
              <a:p>
                <a:pPr algn="ctr"/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9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dq</a:t>
                </a:r>
                <a:r>
                  <a:rPr lang="el-GR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l-GR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:endParaRPr 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CA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1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1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os</m:t>
                                </m:r>
                                <m:sSub>
                                  <m:sSubPr>
                                    <m:ctrlPr>
                                      <a:rPr lang="en-US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  <m:sSub>
                                  <m:sSubPr>
                                    <m:ctrlPr>
                                      <a:rPr lang="en-US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1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  <m:sSub>
                                  <m:sSubPr>
                                    <m:ctrlPr>
                                      <a:rPr lang="en-US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10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  <m:sSub>
                                  <m:sSubPr>
                                    <m:ctrlPr>
                                      <a:rPr lang="en-US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4" name="Rectangle: Rounded Corners 143">
                <a:extLst>
                  <a:ext uri="{FF2B5EF4-FFF2-40B4-BE49-F238E27FC236}">
                    <a16:creationId xmlns:a16="http://schemas.microsoft.com/office/drawing/2014/main" id="{DD4C4DFD-A4A5-ACF7-C02A-C0E7999CF2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207" y="1813915"/>
                <a:ext cx="1399655" cy="1276473"/>
              </a:xfrm>
              <a:prstGeom prst="roundRect">
                <a:avLst>
                  <a:gd name="adj" fmla="val 6196"/>
                </a:avLst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Rectangle: Rounded Corners 144">
                <a:extLst>
                  <a:ext uri="{FF2B5EF4-FFF2-40B4-BE49-F238E27FC236}">
                    <a16:creationId xmlns:a16="http://schemas.microsoft.com/office/drawing/2014/main" id="{25FBFBC4-9616-5105-2980-E255FCE7E281}"/>
                  </a:ext>
                </a:extLst>
              </p:cNvPr>
              <p:cNvSpPr/>
              <p:nvPr/>
            </p:nvSpPr>
            <p:spPr>
              <a:xfrm>
                <a:off x="8591549" y="3424138"/>
                <a:ext cx="1060969" cy="35444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7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9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(Electrical Angle)</a:t>
                </a:r>
              </a:p>
            </p:txBody>
          </p:sp>
        </mc:Choice>
        <mc:Fallback xmlns="">
          <p:sp>
            <p:nvSpPr>
              <p:cNvPr id="145" name="Rectangle: Rounded Corners 144">
                <a:extLst>
                  <a:ext uri="{FF2B5EF4-FFF2-40B4-BE49-F238E27FC236}">
                    <a16:creationId xmlns:a16="http://schemas.microsoft.com/office/drawing/2014/main" id="{25FBFBC4-9616-5105-2980-E255FCE7E2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549" y="3424138"/>
                <a:ext cx="1060969" cy="354440"/>
              </a:xfrm>
              <a:prstGeom prst="roundRect">
                <a:avLst/>
              </a:prstGeom>
              <a:blipFill>
                <a:blip r:embed="rId13"/>
                <a:stretch>
                  <a:fillRect b="-6557"/>
                </a:stretch>
              </a:blipFill>
              <a:ln w="19050">
                <a:solidFill>
                  <a:schemeClr val="accent3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74D9FFA-C55A-6405-0287-B95D5326256C}"/>
              </a:ext>
            </a:extLst>
          </p:cNvPr>
          <p:cNvCxnSpPr>
            <a:cxnSpLocks/>
            <a:stCxn id="145" idx="0"/>
            <a:endCxn id="144" idx="2"/>
          </p:cNvCxnSpPr>
          <p:nvPr/>
        </p:nvCxnSpPr>
        <p:spPr>
          <a:xfrm flipV="1">
            <a:off x="9122034" y="3090386"/>
            <a:ext cx="1" cy="333752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30C28C3-C19F-D3AD-2A69-05F854C2A1EA}"/>
                  </a:ext>
                </a:extLst>
              </p:cNvPr>
              <p:cNvSpPr txBox="1"/>
              <p:nvPr/>
            </p:nvSpPr>
            <p:spPr>
              <a:xfrm>
                <a:off x="7872111" y="1862553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30C28C3-C19F-D3AD-2A69-05F854C2A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111" y="1862553"/>
                <a:ext cx="304800" cy="2308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0568A850-6A05-E206-3D62-A92F74A2A87D}"/>
                  </a:ext>
                </a:extLst>
              </p:cNvPr>
              <p:cNvSpPr txBox="1"/>
              <p:nvPr/>
            </p:nvSpPr>
            <p:spPr>
              <a:xfrm>
                <a:off x="7867873" y="2596384"/>
                <a:ext cx="304800" cy="241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0568A850-6A05-E206-3D62-A92F74A2A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873" y="2596384"/>
                <a:ext cx="304800" cy="24147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F9E6D1C1-C4FA-05B6-5D44-D571395E523A}"/>
                  </a:ext>
                </a:extLst>
              </p:cNvPr>
              <p:cNvSpPr txBox="1"/>
              <p:nvPr/>
            </p:nvSpPr>
            <p:spPr>
              <a:xfrm>
                <a:off x="9908582" y="1859890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900" i="0" dirty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α</m:t>
                          </m:r>
                        </m:sub>
                        <m:sup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F9E6D1C1-C4FA-05B6-5D44-D571395E5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582" y="1859890"/>
                <a:ext cx="304800" cy="2308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BEB12-B18F-6E85-BEF7-CA8860D211BB}"/>
                  </a:ext>
                </a:extLst>
              </p:cNvPr>
              <p:cNvSpPr txBox="1"/>
              <p:nvPr/>
            </p:nvSpPr>
            <p:spPr>
              <a:xfrm>
                <a:off x="9908582" y="2589427"/>
                <a:ext cx="304800" cy="248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DABBEB12-B18F-6E85-BEF7-CA8860D21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582" y="2589427"/>
                <a:ext cx="304800" cy="24878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0F236ED9-5A0C-93FE-BA94-133BB997A63A}"/>
              </a:ext>
            </a:extLst>
          </p:cNvPr>
          <p:cNvSpPr/>
          <p:nvPr/>
        </p:nvSpPr>
        <p:spPr>
          <a:xfrm>
            <a:off x="12532651" y="1814171"/>
            <a:ext cx="1234755" cy="1278000"/>
          </a:xfrm>
          <a:prstGeom prst="roundRect">
            <a:avLst>
              <a:gd name="adj" fmla="val 619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SVPWM</a:t>
            </a:r>
          </a:p>
          <a:p>
            <a:pPr algn="ctr"/>
            <a:endParaRPr 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(Space Vector Modulation)</a:t>
            </a: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05283833-3C56-1A32-246D-8FA4ECE825B2}"/>
                  </a:ext>
                </a:extLst>
              </p:cNvPr>
              <p:cNvSpPr txBox="1"/>
              <p:nvPr/>
            </p:nvSpPr>
            <p:spPr>
              <a:xfrm>
                <a:off x="11972043" y="2610392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9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05283833-3C56-1A32-246D-8FA4ECE82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2043" y="2610392"/>
                <a:ext cx="304800" cy="2308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11F31673-E70A-63CE-EDAA-4278710AAACB}"/>
                  </a:ext>
                </a:extLst>
              </p:cNvPr>
              <p:cNvSpPr txBox="1"/>
              <p:nvPr/>
            </p:nvSpPr>
            <p:spPr>
              <a:xfrm>
                <a:off x="11972043" y="2239011"/>
                <a:ext cx="304800" cy="231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900" i="1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  <m:sup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11F31673-E70A-63CE-EDAA-4278710AA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2043" y="2239011"/>
                <a:ext cx="304800" cy="2317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Rectangle: Rounded Corners 201">
                <a:extLst>
                  <a:ext uri="{FF2B5EF4-FFF2-40B4-BE49-F238E27FC236}">
                    <a16:creationId xmlns:a16="http://schemas.microsoft.com/office/drawing/2014/main" id="{939C8878-1768-A911-6BB9-E55B802A6C5B}"/>
                  </a:ext>
                </a:extLst>
              </p:cNvPr>
              <p:cNvSpPr/>
              <p:nvPr/>
            </p:nvSpPr>
            <p:spPr>
              <a:xfrm>
                <a:off x="10474035" y="1813915"/>
                <a:ext cx="1399655" cy="1276473"/>
              </a:xfrm>
              <a:prstGeom prst="roundRect">
                <a:avLst>
                  <a:gd name="adj" fmla="val 6196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Inverse Clarke</a:t>
                </a:r>
              </a:p>
              <a:p>
                <a:pPr algn="ctr"/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(α</a:t>
                </a:r>
                <a:r>
                  <a:rPr lang="el-GR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→</a:t>
                </a:r>
                <a:r>
                  <a:rPr lang="en-CA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9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</a:t>
                </a:r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:endParaRPr lang="en-US" sz="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CA" sz="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CA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CA" sz="9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9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CA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CA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CA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CA" sz="9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9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CA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2" name="Rectangle: Rounded Corners 201">
                <a:extLst>
                  <a:ext uri="{FF2B5EF4-FFF2-40B4-BE49-F238E27FC236}">
                    <a16:creationId xmlns:a16="http://schemas.microsoft.com/office/drawing/2014/main" id="{939C8878-1768-A911-6BB9-E55B802A6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035" y="1813915"/>
                <a:ext cx="1399655" cy="1276473"/>
              </a:xfrm>
              <a:prstGeom prst="roundRect">
                <a:avLst>
                  <a:gd name="adj" fmla="val 6196"/>
                </a:avLst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Rectangle: Rounded Corners 203">
                <a:extLst>
                  <a:ext uri="{FF2B5EF4-FFF2-40B4-BE49-F238E27FC236}">
                    <a16:creationId xmlns:a16="http://schemas.microsoft.com/office/drawing/2014/main" id="{D3095F58-6864-3648-EB89-B33BF91E4483}"/>
                  </a:ext>
                </a:extLst>
              </p:cNvPr>
              <p:cNvSpPr/>
              <p:nvPr/>
            </p:nvSpPr>
            <p:spPr>
              <a:xfrm>
                <a:off x="2185372" y="3130598"/>
                <a:ext cx="1108616" cy="35444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CA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8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9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(Angular Velocity)</a:t>
                </a:r>
              </a:p>
            </p:txBody>
          </p:sp>
        </mc:Choice>
        <mc:Fallback xmlns="">
          <p:sp>
            <p:nvSpPr>
              <p:cNvPr id="204" name="Rectangle: Rounded Corners 203">
                <a:extLst>
                  <a:ext uri="{FF2B5EF4-FFF2-40B4-BE49-F238E27FC236}">
                    <a16:creationId xmlns:a16="http://schemas.microsoft.com/office/drawing/2014/main" id="{D3095F58-6864-3648-EB89-B33BF91E44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372" y="3130598"/>
                <a:ext cx="1108616" cy="354440"/>
              </a:xfrm>
              <a:prstGeom prst="roundRect">
                <a:avLst/>
              </a:prstGeom>
              <a:blipFill>
                <a:blip r:embed="rId21"/>
                <a:stretch>
                  <a:fillRect b="-6557"/>
                </a:stretch>
              </a:blipFill>
              <a:ln w="19050">
                <a:solidFill>
                  <a:schemeClr val="accent3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B34567E2-18C6-A0CB-5281-26E5729AD55C}"/>
              </a:ext>
            </a:extLst>
          </p:cNvPr>
          <p:cNvCxnSpPr>
            <a:cxnSpLocks/>
          </p:cNvCxnSpPr>
          <p:nvPr/>
        </p:nvCxnSpPr>
        <p:spPr>
          <a:xfrm>
            <a:off x="11877325" y="2074190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1358BCF0-4157-5FCB-586B-91A1E6D8A143}"/>
              </a:ext>
            </a:extLst>
          </p:cNvPr>
          <p:cNvCxnSpPr>
            <a:cxnSpLocks/>
          </p:cNvCxnSpPr>
          <p:nvPr/>
        </p:nvCxnSpPr>
        <p:spPr>
          <a:xfrm>
            <a:off x="11877325" y="2822187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9A3B2EDD-3BAF-7983-183D-94C199D10434}"/>
              </a:ext>
            </a:extLst>
          </p:cNvPr>
          <p:cNvCxnSpPr>
            <a:cxnSpLocks/>
          </p:cNvCxnSpPr>
          <p:nvPr/>
        </p:nvCxnSpPr>
        <p:spPr>
          <a:xfrm>
            <a:off x="11877325" y="2448188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1008AD42-712B-A45C-1958-857069239952}"/>
              </a:ext>
            </a:extLst>
          </p:cNvPr>
          <p:cNvCxnSpPr>
            <a:cxnSpLocks/>
          </p:cNvCxnSpPr>
          <p:nvPr/>
        </p:nvCxnSpPr>
        <p:spPr>
          <a:xfrm>
            <a:off x="9824226" y="2071114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4631EA1A-EBAE-3AC7-2E69-369B196C846F}"/>
              </a:ext>
            </a:extLst>
          </p:cNvPr>
          <p:cNvCxnSpPr>
            <a:cxnSpLocks/>
          </p:cNvCxnSpPr>
          <p:nvPr/>
        </p:nvCxnSpPr>
        <p:spPr>
          <a:xfrm>
            <a:off x="9824226" y="2819111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AEE3E29-3CD9-2514-2E89-CF224AA64712}"/>
              </a:ext>
            </a:extLst>
          </p:cNvPr>
          <p:cNvCxnSpPr>
            <a:cxnSpLocks/>
          </p:cNvCxnSpPr>
          <p:nvPr/>
        </p:nvCxnSpPr>
        <p:spPr>
          <a:xfrm>
            <a:off x="7773155" y="2077458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ED7E4950-7AD1-E6B9-3FD5-DEC78EFD33A4}"/>
              </a:ext>
            </a:extLst>
          </p:cNvPr>
          <p:cNvCxnSpPr>
            <a:cxnSpLocks/>
          </p:cNvCxnSpPr>
          <p:nvPr/>
        </p:nvCxnSpPr>
        <p:spPr>
          <a:xfrm>
            <a:off x="7773155" y="2819105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5D1B770A-2B95-2AAB-E10A-32FBE8A97BDE}"/>
                  </a:ext>
                </a:extLst>
              </p:cNvPr>
              <p:cNvSpPr txBox="1"/>
              <p:nvPr/>
            </p:nvSpPr>
            <p:spPr>
              <a:xfrm>
                <a:off x="11972043" y="1866793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900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5D1B770A-2B95-2AAB-E10A-32FBE8A97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2043" y="1866793"/>
                <a:ext cx="304800" cy="2308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D3291440-CCFB-13C0-B5C3-10E8B38CB8D9}"/>
                  </a:ext>
                </a:extLst>
              </p:cNvPr>
              <p:cNvSpPr txBox="1"/>
              <p:nvPr/>
            </p:nvSpPr>
            <p:spPr>
              <a:xfrm>
                <a:off x="13870693" y="2610392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D3291440-CCFB-13C0-B5C3-10E8B38CB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0693" y="2610392"/>
                <a:ext cx="304800" cy="2308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FF2E4387-C1CE-3901-A57A-A4B60E4DDA5D}"/>
                  </a:ext>
                </a:extLst>
              </p:cNvPr>
              <p:cNvSpPr txBox="1"/>
              <p:nvPr/>
            </p:nvSpPr>
            <p:spPr>
              <a:xfrm>
                <a:off x="13870693" y="2239010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FF2E4387-C1CE-3901-A57A-A4B60E4DD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0693" y="2239010"/>
                <a:ext cx="304800" cy="2308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24A436F0-ED8F-7E4B-12DF-3767C5DCAC85}"/>
              </a:ext>
            </a:extLst>
          </p:cNvPr>
          <p:cNvCxnSpPr>
            <a:cxnSpLocks/>
          </p:cNvCxnSpPr>
          <p:nvPr/>
        </p:nvCxnSpPr>
        <p:spPr>
          <a:xfrm>
            <a:off x="13775975" y="2074190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3AA5422E-B8F0-E458-A358-550775865BC5}"/>
              </a:ext>
            </a:extLst>
          </p:cNvPr>
          <p:cNvCxnSpPr>
            <a:cxnSpLocks/>
          </p:cNvCxnSpPr>
          <p:nvPr/>
        </p:nvCxnSpPr>
        <p:spPr>
          <a:xfrm>
            <a:off x="13775975" y="2822187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EF140DAF-309B-4188-38F6-AC4BF71E7100}"/>
              </a:ext>
            </a:extLst>
          </p:cNvPr>
          <p:cNvCxnSpPr>
            <a:cxnSpLocks/>
          </p:cNvCxnSpPr>
          <p:nvPr/>
        </p:nvCxnSpPr>
        <p:spPr>
          <a:xfrm>
            <a:off x="13775975" y="2448188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8264198-91CC-0A42-4B73-BB12DA912C43}"/>
                  </a:ext>
                </a:extLst>
              </p:cNvPr>
              <p:cNvSpPr txBox="1"/>
              <p:nvPr/>
            </p:nvSpPr>
            <p:spPr>
              <a:xfrm>
                <a:off x="13870693" y="1866793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8264198-91CC-0A42-4B73-BB12DA912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0693" y="1866793"/>
                <a:ext cx="304800" cy="2308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16F64BFA-9582-833F-6699-82A1AAC6C7A1}"/>
              </a:ext>
            </a:extLst>
          </p:cNvPr>
          <p:cNvGrpSpPr/>
          <p:nvPr/>
        </p:nvGrpSpPr>
        <p:grpSpPr>
          <a:xfrm>
            <a:off x="14425271" y="1812690"/>
            <a:ext cx="1288862" cy="1278000"/>
            <a:chOff x="30365779" y="3139413"/>
            <a:chExt cx="2146840" cy="259267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50" name="Rectangle: Rounded Corners 249">
              <a:extLst>
                <a:ext uri="{FF2B5EF4-FFF2-40B4-BE49-F238E27FC236}">
                  <a16:creationId xmlns:a16="http://schemas.microsoft.com/office/drawing/2014/main" id="{430E42AA-770D-BD15-90F8-9480DFBC636C}"/>
                </a:ext>
              </a:extLst>
            </p:cNvPr>
            <p:cNvSpPr/>
            <p:nvPr/>
          </p:nvSpPr>
          <p:spPr>
            <a:xfrm>
              <a:off x="30365779" y="3139413"/>
              <a:ext cx="2146840" cy="2592670"/>
            </a:xfrm>
            <a:prstGeom prst="roundRect">
              <a:avLst>
                <a:gd name="adj" fmla="val 6196"/>
              </a:avLst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0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Inverter Bridge</a:t>
              </a:r>
            </a:p>
            <a:p>
              <a:pPr algn="ctr"/>
              <a:endPara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CA" sz="46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1" name="Picture 250">
              <a:extLst>
                <a:ext uri="{FF2B5EF4-FFF2-40B4-BE49-F238E27FC236}">
                  <a16:creationId xmlns:a16="http://schemas.microsoft.com/office/drawing/2014/main" id="{8C9DDA59-20E3-EE05-8998-E67CE884E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8" r="4330"/>
            <a:stretch>
              <a:fillRect/>
            </a:stretch>
          </p:blipFill>
          <p:spPr>
            <a:xfrm>
              <a:off x="30407609" y="4081707"/>
              <a:ext cx="2063191" cy="1503694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258" name="Oval 257">
            <a:extLst>
              <a:ext uri="{FF2B5EF4-FFF2-40B4-BE49-F238E27FC236}">
                <a16:creationId xmlns:a16="http://schemas.microsoft.com/office/drawing/2014/main" id="{20B38008-F9E9-2290-3B81-483C2545CC3E}"/>
              </a:ext>
            </a:extLst>
          </p:cNvPr>
          <p:cNvSpPr>
            <a:spLocks noChangeAspect="1"/>
          </p:cNvSpPr>
          <p:nvPr/>
        </p:nvSpPr>
        <p:spPr>
          <a:xfrm>
            <a:off x="17240678" y="1886171"/>
            <a:ext cx="1134000" cy="113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PMSM</a:t>
            </a:r>
            <a:endParaRPr lang="en-CA" sz="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F10029D0-86C5-F9E2-429D-82D502848F1F}"/>
              </a:ext>
            </a:extLst>
          </p:cNvPr>
          <p:cNvCxnSpPr>
            <a:stCxn id="250" idx="3"/>
            <a:endCxn id="258" idx="2"/>
          </p:cNvCxnSpPr>
          <p:nvPr/>
        </p:nvCxnSpPr>
        <p:spPr>
          <a:xfrm>
            <a:off x="15714133" y="2451690"/>
            <a:ext cx="1526545" cy="1481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DC3F66B7-D934-02CF-908A-0A5398A41A3D}"/>
              </a:ext>
            </a:extLst>
          </p:cNvPr>
          <p:cNvCxnSpPr>
            <a:cxnSpLocks/>
          </p:cNvCxnSpPr>
          <p:nvPr/>
        </p:nvCxnSpPr>
        <p:spPr>
          <a:xfrm>
            <a:off x="15719083" y="2074191"/>
            <a:ext cx="1654517" cy="5434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0F9F0883-A4F5-0D5E-6AFA-D48125417783}"/>
              </a:ext>
            </a:extLst>
          </p:cNvPr>
          <p:cNvCxnSpPr>
            <a:cxnSpLocks/>
          </p:cNvCxnSpPr>
          <p:nvPr/>
        </p:nvCxnSpPr>
        <p:spPr>
          <a:xfrm>
            <a:off x="15719073" y="2821903"/>
            <a:ext cx="1660877" cy="7022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Rectangle: Rounded Corners 275">
            <a:extLst>
              <a:ext uri="{FF2B5EF4-FFF2-40B4-BE49-F238E27FC236}">
                <a16:creationId xmlns:a16="http://schemas.microsoft.com/office/drawing/2014/main" id="{27F27654-1958-FAD9-B413-6B4BA6CC1964}"/>
              </a:ext>
            </a:extLst>
          </p:cNvPr>
          <p:cNvSpPr/>
          <p:nvPr/>
        </p:nvSpPr>
        <p:spPr>
          <a:xfrm>
            <a:off x="17199442" y="3039634"/>
            <a:ext cx="1220957" cy="356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CA" sz="400" dirty="0">
              <a:solidFill>
                <a:schemeClr val="tx1"/>
              </a:solidFill>
              <a:latin typeface="Times New Roman" panose="02020603050405020304" pitchFamily="18" charset="0"/>
              <a:ea typeface="Cambria Math" panose="02040503050406030204" pitchFamily="18" charset="0"/>
            </a:endParaRPr>
          </a:p>
          <a:p>
            <a:pPr algn="ctr"/>
            <a:r>
              <a:rPr lang="en-CA" sz="1050" b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</a:rPr>
              <a:t>Position Sensor</a:t>
            </a:r>
          </a:p>
          <a:p>
            <a:pPr algn="ctr"/>
            <a:r>
              <a:rPr lang="en-CA" sz="9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</a:rPr>
              <a:t>(Encoder/Resolver)</a:t>
            </a:r>
          </a:p>
          <a:p>
            <a:pPr algn="ctr"/>
            <a:endParaRPr lang="en-US" sz="400" dirty="0">
              <a:solidFill>
                <a:schemeClr val="tx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Rectangle: Rounded Corners 276">
                <a:extLst>
                  <a:ext uri="{FF2B5EF4-FFF2-40B4-BE49-F238E27FC236}">
                    <a16:creationId xmlns:a16="http://schemas.microsoft.com/office/drawing/2014/main" id="{40853BC1-BFBB-F672-45AF-9E3EAB48C8A1}"/>
                  </a:ext>
                </a:extLst>
              </p:cNvPr>
              <p:cNvSpPr/>
              <p:nvPr/>
            </p:nvSpPr>
            <p:spPr>
              <a:xfrm>
                <a:off x="17276678" y="3756183"/>
                <a:ext cx="1062000" cy="356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CA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105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(Mechanical Angle)</a:t>
                </a:r>
              </a:p>
            </p:txBody>
          </p:sp>
        </mc:Choice>
        <mc:Fallback xmlns="">
          <p:sp>
            <p:nvSpPr>
              <p:cNvPr id="277" name="Rectangle: Rounded Corners 276">
                <a:extLst>
                  <a:ext uri="{FF2B5EF4-FFF2-40B4-BE49-F238E27FC236}">
                    <a16:creationId xmlns:a16="http://schemas.microsoft.com/office/drawing/2014/main" id="{40853BC1-BFBB-F672-45AF-9E3EAB48C8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6678" y="3756183"/>
                <a:ext cx="1062000" cy="356400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Rectangle: Rounded Corners 277">
                <a:extLst>
                  <a:ext uri="{FF2B5EF4-FFF2-40B4-BE49-F238E27FC236}">
                    <a16:creationId xmlns:a16="http://schemas.microsoft.com/office/drawing/2014/main" id="{958DF313-46EB-F353-33A9-673A1D0C7711}"/>
                  </a:ext>
                </a:extLst>
              </p:cNvPr>
              <p:cNvSpPr/>
              <p:nvPr/>
            </p:nvSpPr>
            <p:spPr>
              <a:xfrm>
                <a:off x="16301325" y="4572111"/>
                <a:ext cx="1288862" cy="65791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CA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9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(Electrical Angle)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CA" sz="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CA" sz="9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CA" sz="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CA" sz="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8" name="Rectangle: Rounded Corners 277">
                <a:extLst>
                  <a:ext uri="{FF2B5EF4-FFF2-40B4-BE49-F238E27FC236}">
                    <a16:creationId xmlns:a16="http://schemas.microsoft.com/office/drawing/2014/main" id="{958DF313-46EB-F353-33A9-673A1D0C77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1325" y="4572111"/>
                <a:ext cx="1288862" cy="657915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7618F4E2-536C-6367-4854-095DBBF1E735}"/>
              </a:ext>
            </a:extLst>
          </p:cNvPr>
          <p:cNvCxnSpPr>
            <a:cxnSpLocks/>
            <a:stCxn id="276" idx="2"/>
            <a:endCxn id="277" idx="0"/>
          </p:cNvCxnSpPr>
          <p:nvPr/>
        </p:nvCxnSpPr>
        <p:spPr>
          <a:xfrm flipH="1">
            <a:off x="17807678" y="3396034"/>
            <a:ext cx="2243" cy="360149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: Elbow 280">
            <a:extLst>
              <a:ext uri="{FF2B5EF4-FFF2-40B4-BE49-F238E27FC236}">
                <a16:creationId xmlns:a16="http://schemas.microsoft.com/office/drawing/2014/main" id="{066A4642-03A5-2A51-98F9-8847A14361A6}"/>
              </a:ext>
            </a:extLst>
          </p:cNvPr>
          <p:cNvCxnSpPr>
            <a:cxnSpLocks/>
            <a:stCxn id="277" idx="1"/>
            <a:endCxn id="278" idx="0"/>
          </p:cNvCxnSpPr>
          <p:nvPr/>
        </p:nvCxnSpPr>
        <p:spPr>
          <a:xfrm rot="10800000" flipV="1">
            <a:off x="16945756" y="3934383"/>
            <a:ext cx="330922" cy="637728"/>
          </a:xfrm>
          <a:prstGeom prst="bentConnector2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D6C267BD-1B91-E90F-FC38-83C7B9A30959}"/>
              </a:ext>
            </a:extLst>
          </p:cNvPr>
          <p:cNvCxnSpPr>
            <a:cxnSpLocks/>
            <a:stCxn id="277" idx="3"/>
            <a:endCxn id="302" idx="0"/>
          </p:cNvCxnSpPr>
          <p:nvPr/>
        </p:nvCxnSpPr>
        <p:spPr>
          <a:xfrm>
            <a:off x="18338678" y="3934383"/>
            <a:ext cx="353918" cy="634664"/>
          </a:xfrm>
          <a:prstGeom prst="bentConnector2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Rectangle: Rounded Corners 301">
                <a:extLst>
                  <a:ext uri="{FF2B5EF4-FFF2-40B4-BE49-F238E27FC236}">
                    <a16:creationId xmlns:a16="http://schemas.microsoft.com/office/drawing/2014/main" id="{D385BD47-8CC1-50F1-E0F0-A9842FA77A98}"/>
                  </a:ext>
                </a:extLst>
              </p:cNvPr>
              <p:cNvSpPr/>
              <p:nvPr/>
            </p:nvSpPr>
            <p:spPr>
              <a:xfrm>
                <a:off x="18048165" y="4569047"/>
                <a:ext cx="1288862" cy="65791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CA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CA" sz="105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CA" sz="14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CA" sz="9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(Angular Velocity)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en-US" sz="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CA" sz="9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den>
                      </m:f>
                    </m:oMath>
                  </m:oMathPara>
                </a14:m>
                <a:endParaRPr lang="en-US" sz="900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2" name="Rectangle: Rounded Corners 301">
                <a:extLst>
                  <a:ext uri="{FF2B5EF4-FFF2-40B4-BE49-F238E27FC236}">
                    <a16:creationId xmlns:a16="http://schemas.microsoft.com/office/drawing/2014/main" id="{D385BD47-8CC1-50F1-E0F0-A9842FA77A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8165" y="4569047"/>
                <a:ext cx="1288862" cy="657915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F8529CAC-964F-A2CE-1341-C31C4E1ABB23}"/>
                  </a:ext>
                </a:extLst>
              </p:cNvPr>
              <p:cNvSpPr txBox="1"/>
              <p:nvPr/>
            </p:nvSpPr>
            <p:spPr>
              <a:xfrm>
                <a:off x="16245950" y="2610391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F8529CAC-964F-A2CE-1341-C31C4E1AB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5950" y="2610391"/>
                <a:ext cx="304800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FFEDBFB8-142D-7087-B5E8-86874E010253}"/>
                  </a:ext>
                </a:extLst>
              </p:cNvPr>
              <p:cNvSpPr txBox="1"/>
              <p:nvPr/>
            </p:nvSpPr>
            <p:spPr>
              <a:xfrm>
                <a:off x="16245950" y="2239010"/>
                <a:ext cx="304800" cy="231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FFEDBFB8-142D-7087-B5E8-86874E010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5950" y="2239010"/>
                <a:ext cx="304800" cy="23173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CD607615-31EA-5DFE-7B71-ED5B4D847E5A}"/>
                  </a:ext>
                </a:extLst>
              </p:cNvPr>
              <p:cNvSpPr txBox="1"/>
              <p:nvPr/>
            </p:nvSpPr>
            <p:spPr>
              <a:xfrm>
                <a:off x="16245950" y="1866792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CD607615-31EA-5DFE-7B71-ED5B4D847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5950" y="1866792"/>
                <a:ext cx="304800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8076F3DF-1B08-A123-1EB2-9C82504C8428}"/>
              </a:ext>
            </a:extLst>
          </p:cNvPr>
          <p:cNvCxnSpPr>
            <a:cxnSpLocks/>
            <a:stCxn id="250" idx="2"/>
            <a:endCxn id="328" idx="0"/>
          </p:cNvCxnSpPr>
          <p:nvPr/>
        </p:nvCxnSpPr>
        <p:spPr>
          <a:xfrm>
            <a:off x="15069702" y="3090690"/>
            <a:ext cx="0" cy="116907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Rectangle: Rounded Corners 327">
                <a:extLst>
                  <a:ext uri="{FF2B5EF4-FFF2-40B4-BE49-F238E27FC236}">
                    <a16:creationId xmlns:a16="http://schemas.microsoft.com/office/drawing/2014/main" id="{DC250596-BBB9-7116-8CE0-9F446265F068}"/>
                  </a:ext>
                </a:extLst>
              </p:cNvPr>
              <p:cNvSpPr/>
              <p:nvPr/>
            </p:nvSpPr>
            <p:spPr>
              <a:xfrm>
                <a:off x="14369874" y="4259767"/>
                <a:ext cx="1399655" cy="1276473"/>
              </a:xfrm>
              <a:prstGeom prst="roundRect">
                <a:avLst>
                  <a:gd name="adj" fmla="val 6196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Clarke</a:t>
                </a:r>
              </a:p>
              <a:p>
                <a:pPr algn="ctr"/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9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</a:t>
                </a:r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α</a:t>
                </a:r>
                <a:r>
                  <a:rPr lang="el-GR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CA" sz="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CA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CA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CA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CA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CA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CA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CA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CA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CA" sz="9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9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CA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CA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CA" sz="9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9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9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CA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8" name="Rectangle: Rounded Corners 327">
                <a:extLst>
                  <a:ext uri="{FF2B5EF4-FFF2-40B4-BE49-F238E27FC236}">
                    <a16:creationId xmlns:a16="http://schemas.microsoft.com/office/drawing/2014/main" id="{DC250596-BBB9-7116-8CE0-9F446265F0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9874" y="4259767"/>
                <a:ext cx="1399655" cy="1276473"/>
              </a:xfrm>
              <a:prstGeom prst="roundRect">
                <a:avLst>
                  <a:gd name="adj" fmla="val 6196"/>
                </a:avLst>
              </a:prstGeom>
              <a:blipFill>
                <a:blip r:embed="rId33"/>
                <a:stretch>
                  <a:fillRect r="-8584" b="-20755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A9EE24EC-0290-83F9-F1A6-C891EA44B546}"/>
              </a:ext>
            </a:extLst>
          </p:cNvPr>
          <p:cNvCxnSpPr>
            <a:cxnSpLocks/>
          </p:cNvCxnSpPr>
          <p:nvPr/>
        </p:nvCxnSpPr>
        <p:spPr>
          <a:xfrm>
            <a:off x="14698227" y="3093865"/>
            <a:ext cx="0" cy="116907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D9E7C3BC-B92E-AA9B-FCC6-FE1315A3A36E}"/>
              </a:ext>
            </a:extLst>
          </p:cNvPr>
          <p:cNvCxnSpPr>
            <a:cxnSpLocks/>
          </p:cNvCxnSpPr>
          <p:nvPr/>
        </p:nvCxnSpPr>
        <p:spPr>
          <a:xfrm>
            <a:off x="15444352" y="3088988"/>
            <a:ext cx="0" cy="116907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E64D39B3-2F88-85D5-6515-EC452775E25A}"/>
                  </a:ext>
                </a:extLst>
              </p:cNvPr>
              <p:cNvSpPr txBox="1"/>
              <p:nvPr/>
            </p:nvSpPr>
            <p:spPr>
              <a:xfrm>
                <a:off x="14469984" y="3502758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E64D39B3-2F88-85D5-6515-EC452775E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9984" y="3502758"/>
                <a:ext cx="304800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3449ED4D-F34D-698A-C02E-03DA26F7429C}"/>
                  </a:ext>
                </a:extLst>
              </p:cNvPr>
              <p:cNvSpPr txBox="1"/>
              <p:nvPr/>
            </p:nvSpPr>
            <p:spPr>
              <a:xfrm>
                <a:off x="14844633" y="3504815"/>
                <a:ext cx="304800" cy="231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3449ED4D-F34D-698A-C02E-03DA26F74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4633" y="3504815"/>
                <a:ext cx="304800" cy="23173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01FDB514-40DF-64A5-E36B-9269D24F9187}"/>
                  </a:ext>
                </a:extLst>
              </p:cNvPr>
              <p:cNvSpPr txBox="1"/>
              <p:nvPr/>
            </p:nvSpPr>
            <p:spPr>
              <a:xfrm>
                <a:off x="15222102" y="3504637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01FDB514-40DF-64A5-E36B-9269D24F9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2102" y="3504637"/>
                <a:ext cx="304800" cy="2308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Rectangle: Rounded Corners 349">
                <a:extLst>
                  <a:ext uri="{FF2B5EF4-FFF2-40B4-BE49-F238E27FC236}">
                    <a16:creationId xmlns:a16="http://schemas.microsoft.com/office/drawing/2014/main" id="{5ED50C55-9337-A464-7463-3D7F987821D0}"/>
                  </a:ext>
                </a:extLst>
              </p:cNvPr>
              <p:cNvSpPr/>
              <p:nvPr/>
            </p:nvSpPr>
            <p:spPr>
              <a:xfrm>
                <a:off x="10472226" y="4259767"/>
                <a:ext cx="1399655" cy="1276473"/>
              </a:xfrm>
              <a:prstGeom prst="roundRect">
                <a:avLst>
                  <a:gd name="adj" fmla="val 6196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Park</a:t>
                </a:r>
                <a:endParaRPr 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(α</a:t>
                </a:r>
                <a:r>
                  <a:rPr lang="el-GR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CA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CA" sz="9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dq</a:t>
                </a:r>
                <a:r>
                  <a:rPr lang="en-US" sz="9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CA" sz="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os</m:t>
                                </m:r>
                                <m:sSub>
                                  <m:sSubPr>
                                    <m:ctrlPr>
                                      <a:rPr lang="en-US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  <m:sSub>
                                  <m:sSubPr>
                                    <m:ctrlPr>
                                      <a:rPr lang="en-US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  <m:sSub>
                                  <m:sSubPr>
                                    <m:ctrlPr>
                                      <a:rPr lang="en-US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9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  <m:sSub>
                                  <m:sSubPr>
                                    <m:ctrlPr>
                                      <a:rPr lang="en-US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CA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9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CA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CA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0" name="Rectangle: Rounded Corners 349">
                <a:extLst>
                  <a:ext uri="{FF2B5EF4-FFF2-40B4-BE49-F238E27FC236}">
                    <a16:creationId xmlns:a16="http://schemas.microsoft.com/office/drawing/2014/main" id="{5ED50C55-9337-A464-7463-3D7F987821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2226" y="4259767"/>
                <a:ext cx="1399655" cy="1276473"/>
              </a:xfrm>
              <a:prstGeom prst="roundRect">
                <a:avLst>
                  <a:gd name="adj" fmla="val 6196"/>
                </a:avLst>
              </a:prstGeom>
              <a:blipFill>
                <a:blip r:embed="rId37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C137458F-D7F6-2A49-10D6-EA5805EC9ACA}"/>
              </a:ext>
            </a:extLst>
          </p:cNvPr>
          <p:cNvCxnSpPr/>
          <p:nvPr/>
        </p:nvCxnSpPr>
        <p:spPr>
          <a:xfrm flipH="1">
            <a:off x="11866741" y="4521422"/>
            <a:ext cx="2497993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Arrow Connector 356">
            <a:extLst>
              <a:ext uri="{FF2B5EF4-FFF2-40B4-BE49-F238E27FC236}">
                <a16:creationId xmlns:a16="http://schemas.microsoft.com/office/drawing/2014/main" id="{76F9DE1E-207C-ACB5-0605-03C064A8D003}"/>
              </a:ext>
            </a:extLst>
          </p:cNvPr>
          <p:cNvCxnSpPr/>
          <p:nvPr/>
        </p:nvCxnSpPr>
        <p:spPr>
          <a:xfrm flipH="1">
            <a:off x="11872456" y="5270112"/>
            <a:ext cx="2497993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64F6887F-DAF2-338D-C9BC-1BE158636D64}"/>
                  </a:ext>
                </a:extLst>
              </p:cNvPr>
              <p:cNvSpPr txBox="1"/>
              <p:nvPr/>
            </p:nvSpPr>
            <p:spPr>
              <a:xfrm>
                <a:off x="12965907" y="4310839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9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64F6887F-DAF2-338D-C9BC-1BE158636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5907" y="4310839"/>
                <a:ext cx="304800" cy="2308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TextBox 360">
                <a:extLst>
                  <a:ext uri="{FF2B5EF4-FFF2-40B4-BE49-F238E27FC236}">
                    <a16:creationId xmlns:a16="http://schemas.microsoft.com/office/drawing/2014/main" id="{D3BAF20F-A397-B878-75A7-5B3E73670E21}"/>
                  </a:ext>
                </a:extLst>
              </p:cNvPr>
              <p:cNvSpPr txBox="1"/>
              <p:nvPr/>
            </p:nvSpPr>
            <p:spPr>
              <a:xfrm>
                <a:off x="12965907" y="5046726"/>
                <a:ext cx="304800" cy="243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1" name="TextBox 360">
                <a:extLst>
                  <a:ext uri="{FF2B5EF4-FFF2-40B4-BE49-F238E27FC236}">
                    <a16:creationId xmlns:a16="http://schemas.microsoft.com/office/drawing/2014/main" id="{D3BAF20F-A397-B878-75A7-5B3E73670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5907" y="5046726"/>
                <a:ext cx="304800" cy="24308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7A18F6CE-E48B-DCBF-894E-5BE4D5B192A8}"/>
              </a:ext>
            </a:extLst>
          </p:cNvPr>
          <p:cNvCxnSpPr>
            <a:cxnSpLocks/>
            <a:endCxn id="90" idx="4"/>
          </p:cNvCxnSpPr>
          <p:nvPr/>
        </p:nvCxnSpPr>
        <p:spPr>
          <a:xfrm rot="10800000">
            <a:off x="5701250" y="2159463"/>
            <a:ext cx="4764415" cy="2362333"/>
          </a:xfrm>
          <a:prstGeom prst="bentConnector2">
            <a:avLst/>
          </a:prstGeom>
          <a:ln cmpd="sng"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Arrow Connector 362">
            <a:extLst>
              <a:ext uri="{FF2B5EF4-FFF2-40B4-BE49-F238E27FC236}">
                <a16:creationId xmlns:a16="http://schemas.microsoft.com/office/drawing/2014/main" id="{C6F45FA7-0DA6-6109-DDF8-B86FD9658613}"/>
              </a:ext>
            </a:extLst>
          </p:cNvPr>
          <p:cNvCxnSpPr>
            <a:cxnSpLocks/>
            <a:endCxn id="102" idx="4"/>
          </p:cNvCxnSpPr>
          <p:nvPr/>
        </p:nvCxnSpPr>
        <p:spPr>
          <a:xfrm rot="10800000">
            <a:off x="5171614" y="2909458"/>
            <a:ext cx="5297554" cy="2360267"/>
          </a:xfrm>
          <a:prstGeom prst="bentConnector2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5" name="TextBox 364">
                <a:extLst>
                  <a:ext uri="{FF2B5EF4-FFF2-40B4-BE49-F238E27FC236}">
                    <a16:creationId xmlns:a16="http://schemas.microsoft.com/office/drawing/2014/main" id="{20962216-241D-59E4-149D-16DFCCE99554}"/>
                  </a:ext>
                </a:extLst>
              </p:cNvPr>
              <p:cNvSpPr txBox="1"/>
              <p:nvPr/>
            </p:nvSpPr>
            <p:spPr>
              <a:xfrm>
                <a:off x="9945581" y="4310839"/>
                <a:ext cx="3048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5" name="TextBox 364">
                <a:extLst>
                  <a:ext uri="{FF2B5EF4-FFF2-40B4-BE49-F238E27FC236}">
                    <a16:creationId xmlns:a16="http://schemas.microsoft.com/office/drawing/2014/main" id="{20962216-241D-59E4-149D-16DFCCE99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581" y="4310839"/>
                <a:ext cx="304800" cy="2308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B42E11D8-BE5D-D029-0DA0-F687D8DC2D66}"/>
                  </a:ext>
                </a:extLst>
              </p:cNvPr>
              <p:cNvSpPr txBox="1"/>
              <p:nvPr/>
            </p:nvSpPr>
            <p:spPr>
              <a:xfrm>
                <a:off x="9945581" y="5046726"/>
                <a:ext cx="304800" cy="241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9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B42E11D8-BE5D-D029-0DA0-F687D8DC2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581" y="5046726"/>
                <a:ext cx="304800" cy="241476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437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BDFE451-9839-FFFD-F25D-F5BBD801412D}"/>
                  </a:ext>
                </a:extLst>
              </p:cNvPr>
              <p:cNvSpPr txBox="1"/>
              <p:nvPr/>
            </p:nvSpPr>
            <p:spPr>
              <a:xfrm>
                <a:off x="11074310" y="1871576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4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BDFE451-9839-FFFD-F25D-F5BBD8014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4310" y="1871576"/>
                <a:ext cx="304800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B3E3F47-0FD2-6065-0067-D6DD1154581B}"/>
                  </a:ext>
                </a:extLst>
              </p:cNvPr>
              <p:cNvSpPr txBox="1"/>
              <p:nvPr/>
            </p:nvSpPr>
            <p:spPr>
              <a:xfrm>
                <a:off x="11074310" y="1487495"/>
                <a:ext cx="304800" cy="309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400" i="1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B3E3F47-0FD2-6065-0067-D6DD11545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4310" y="1487495"/>
                <a:ext cx="304800" cy="309124"/>
              </a:xfrm>
              <a:prstGeom prst="rect">
                <a:avLst/>
              </a:prstGeom>
              <a:blipFill>
                <a:blip r:embed="rId3"/>
                <a:stretch>
                  <a:fillRect r="-4000" b="-19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E9F90DC-8987-E569-754E-7AC7ECBB7066}"/>
              </a:ext>
            </a:extLst>
          </p:cNvPr>
          <p:cNvCxnSpPr>
            <a:cxnSpLocks/>
          </p:cNvCxnSpPr>
          <p:nvPr/>
        </p:nvCxnSpPr>
        <p:spPr>
          <a:xfrm>
            <a:off x="10979592" y="1413165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18FD87D-E621-3D5E-B974-0F53449B4ED3}"/>
              </a:ext>
            </a:extLst>
          </p:cNvPr>
          <p:cNvCxnSpPr>
            <a:cxnSpLocks/>
          </p:cNvCxnSpPr>
          <p:nvPr/>
        </p:nvCxnSpPr>
        <p:spPr>
          <a:xfrm>
            <a:off x="10979592" y="2173862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6EFC526-1190-3AB7-243B-3DE425F580E0}"/>
              </a:ext>
            </a:extLst>
          </p:cNvPr>
          <p:cNvCxnSpPr>
            <a:cxnSpLocks/>
          </p:cNvCxnSpPr>
          <p:nvPr/>
        </p:nvCxnSpPr>
        <p:spPr>
          <a:xfrm>
            <a:off x="10979592" y="1787163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CAED1DB-7B4E-FA70-92F3-BD78C6D871E0}"/>
                  </a:ext>
                </a:extLst>
              </p:cNvPr>
              <p:cNvSpPr txBox="1"/>
              <p:nvPr/>
            </p:nvSpPr>
            <p:spPr>
              <a:xfrm>
                <a:off x="11074310" y="1115277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CAED1DB-7B4E-FA70-92F3-BD78C6D87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4310" y="1115277"/>
                <a:ext cx="3048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93323AD-BDAC-30E0-3792-C1ACD85790DC}"/>
                  </a:ext>
                </a:extLst>
              </p:cNvPr>
              <p:cNvSpPr txBox="1"/>
              <p:nvPr/>
            </p:nvSpPr>
            <p:spPr>
              <a:xfrm>
                <a:off x="12960231" y="1876275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93323AD-BDAC-30E0-3792-C1ACD8579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0231" y="1876275"/>
                <a:ext cx="30480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829D976-CFD4-B889-F33F-996F3602185E}"/>
                  </a:ext>
                </a:extLst>
              </p:cNvPr>
              <p:cNvSpPr txBox="1"/>
              <p:nvPr/>
            </p:nvSpPr>
            <p:spPr>
              <a:xfrm>
                <a:off x="12960231" y="1487430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829D976-CFD4-B889-F33F-996F36021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0231" y="1487430"/>
                <a:ext cx="304800" cy="307777"/>
              </a:xfrm>
              <a:prstGeom prst="rect">
                <a:avLst/>
              </a:prstGeom>
              <a:blipFill>
                <a:blip r:embed="rId6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973E29C-5678-F8AB-3DE2-DA12834F5F48}"/>
              </a:ext>
            </a:extLst>
          </p:cNvPr>
          <p:cNvCxnSpPr>
            <a:cxnSpLocks/>
          </p:cNvCxnSpPr>
          <p:nvPr/>
        </p:nvCxnSpPr>
        <p:spPr>
          <a:xfrm>
            <a:off x="12865513" y="1413102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EC3F8C-8DA3-1793-14AC-56FB6AC421EB}"/>
              </a:ext>
            </a:extLst>
          </p:cNvPr>
          <p:cNvCxnSpPr>
            <a:cxnSpLocks/>
          </p:cNvCxnSpPr>
          <p:nvPr/>
        </p:nvCxnSpPr>
        <p:spPr>
          <a:xfrm>
            <a:off x="12865513" y="2173799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A0D0277-301B-C16B-0249-1359C5F21C1F}"/>
              </a:ext>
            </a:extLst>
          </p:cNvPr>
          <p:cNvCxnSpPr>
            <a:cxnSpLocks/>
          </p:cNvCxnSpPr>
          <p:nvPr/>
        </p:nvCxnSpPr>
        <p:spPr>
          <a:xfrm>
            <a:off x="12865513" y="1787100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F527208-CE83-9CC8-0F15-13A809D22C71}"/>
                  </a:ext>
                </a:extLst>
              </p:cNvPr>
              <p:cNvSpPr txBox="1"/>
              <p:nvPr/>
            </p:nvSpPr>
            <p:spPr>
              <a:xfrm>
                <a:off x="12960231" y="1115213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F527208-CE83-9CC8-0F15-13A809D22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0231" y="1115213"/>
                <a:ext cx="304800" cy="307777"/>
              </a:xfrm>
              <a:prstGeom prst="rect">
                <a:avLst/>
              </a:prstGeom>
              <a:blipFill>
                <a:blip r:embed="rId7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>
            <a:extLst>
              <a:ext uri="{FF2B5EF4-FFF2-40B4-BE49-F238E27FC236}">
                <a16:creationId xmlns:a16="http://schemas.microsoft.com/office/drawing/2014/main" id="{8C220D67-50CF-9A97-B5D8-0EDF5C7C5878}"/>
              </a:ext>
            </a:extLst>
          </p:cNvPr>
          <p:cNvSpPr>
            <a:spLocks noChangeAspect="1"/>
          </p:cNvSpPr>
          <p:nvPr/>
        </p:nvSpPr>
        <p:spPr>
          <a:xfrm>
            <a:off x="16271084" y="1221583"/>
            <a:ext cx="1134000" cy="113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PMSM</a:t>
            </a:r>
            <a:endParaRPr lang="en-CA" sz="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778F81B-D88E-C816-B1ED-0FC7FA51F03D}"/>
              </a:ext>
            </a:extLst>
          </p:cNvPr>
          <p:cNvCxnSpPr>
            <a:cxnSpLocks/>
            <a:endCxn id="58" idx="2"/>
          </p:cNvCxnSpPr>
          <p:nvPr/>
        </p:nvCxnSpPr>
        <p:spPr>
          <a:xfrm>
            <a:off x="14744539" y="1787102"/>
            <a:ext cx="1526545" cy="1481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E2AC991-1E43-9BC5-DE83-F7D0C8118736}"/>
              </a:ext>
            </a:extLst>
          </p:cNvPr>
          <p:cNvCxnSpPr>
            <a:cxnSpLocks/>
          </p:cNvCxnSpPr>
          <p:nvPr/>
        </p:nvCxnSpPr>
        <p:spPr>
          <a:xfrm>
            <a:off x="14749489" y="1409603"/>
            <a:ext cx="1654517" cy="5434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015D3E5-6C3F-06C8-CCBA-56702FEF2F58}"/>
              </a:ext>
            </a:extLst>
          </p:cNvPr>
          <p:cNvCxnSpPr>
            <a:cxnSpLocks/>
          </p:cNvCxnSpPr>
          <p:nvPr/>
        </p:nvCxnSpPr>
        <p:spPr>
          <a:xfrm>
            <a:off x="14749479" y="2157315"/>
            <a:ext cx="1660877" cy="7022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F6368D6-3F24-A703-3AFB-F5F085D84E79}"/>
              </a:ext>
            </a:extLst>
          </p:cNvPr>
          <p:cNvSpPr/>
          <p:nvPr/>
        </p:nvSpPr>
        <p:spPr>
          <a:xfrm>
            <a:off x="15974179" y="2375045"/>
            <a:ext cx="1720161" cy="5486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</a:rPr>
              <a:t>Position Sensor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</a:rPr>
              <a:t>(Encoder/Resolver)</a:t>
            </a:r>
          </a:p>
          <a:p>
            <a:pPr algn="ctr"/>
            <a:endParaRPr lang="en-US" sz="400" dirty="0">
              <a:solidFill>
                <a:schemeClr val="tx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9AE10280-1EC7-1238-A8B9-006F1215771C}"/>
                  </a:ext>
                </a:extLst>
              </p:cNvPr>
              <p:cNvSpPr/>
              <p:nvPr/>
            </p:nvSpPr>
            <p:spPr>
              <a:xfrm>
                <a:off x="15974177" y="3342372"/>
                <a:ext cx="1720161" cy="54861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CA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1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(Mechanical Angle)</a:t>
                </a:r>
              </a:p>
            </p:txBody>
          </p:sp>
        </mc:Choice>
        <mc:Fallback xmlns=""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9AE10280-1EC7-1238-A8B9-006F121577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4177" y="3342372"/>
                <a:ext cx="1720161" cy="548618"/>
              </a:xfrm>
              <a:prstGeom prst="roundRect">
                <a:avLst/>
              </a:prstGeom>
              <a:blipFill>
                <a:blip r:embed="rId8"/>
                <a:stretch>
                  <a:fillRect b="-6452"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9FC05BC8-2172-47A6-5D2D-7377AE1E6A9A}"/>
                  </a:ext>
                </a:extLst>
              </p:cNvPr>
              <p:cNvSpPr/>
              <p:nvPr/>
            </p:nvSpPr>
            <p:spPr>
              <a:xfrm>
                <a:off x="15974178" y="4309700"/>
                <a:ext cx="1720161" cy="54861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CA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1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(Electrical Angle)</a:t>
                </a: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9FC05BC8-2172-47A6-5D2D-7377AE1E6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4178" y="4309700"/>
                <a:ext cx="1720161" cy="548618"/>
              </a:xfrm>
              <a:prstGeom prst="roundRect">
                <a:avLst/>
              </a:prstGeom>
              <a:blipFill>
                <a:blip r:embed="rId9"/>
                <a:stretch>
                  <a:fillRect b="-6452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1C84F3D-D834-73FB-BC01-FBDE05687AFA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 flipH="1">
            <a:off x="16834258" y="2923662"/>
            <a:ext cx="2" cy="41871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EFDBFE4-E150-DD87-9D13-C9B88334697D}"/>
                  </a:ext>
                </a:extLst>
              </p:cNvPr>
              <p:cNvSpPr txBox="1"/>
              <p:nvPr/>
            </p:nvSpPr>
            <p:spPr>
              <a:xfrm>
                <a:off x="15276356" y="1860075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EFDBFE4-E150-DD87-9D13-C9B883346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6356" y="1860075"/>
                <a:ext cx="304800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AF26AEA-2423-ECDC-05F3-9301A73BBC77}"/>
                  </a:ext>
                </a:extLst>
              </p:cNvPr>
              <p:cNvSpPr txBox="1"/>
              <p:nvPr/>
            </p:nvSpPr>
            <p:spPr>
              <a:xfrm>
                <a:off x="15276356" y="1488694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AF26AEA-2423-ECDC-05F3-9301A73BB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6356" y="1488694"/>
                <a:ext cx="304800" cy="307777"/>
              </a:xfrm>
              <a:prstGeom prst="rect">
                <a:avLst/>
              </a:prstGeom>
              <a:blipFill>
                <a:blip r:embed="rId11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4E5489B-AFC9-D6C9-A525-293DEADAEE79}"/>
                  </a:ext>
                </a:extLst>
              </p:cNvPr>
              <p:cNvSpPr txBox="1"/>
              <p:nvPr/>
            </p:nvSpPr>
            <p:spPr>
              <a:xfrm>
                <a:off x="15276356" y="1116476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4E5489B-AFC9-D6C9-A525-293DEADAE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6356" y="1116476"/>
                <a:ext cx="30480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61A0E80-7B83-290C-D930-EBE748FC11A1}"/>
              </a:ext>
            </a:extLst>
          </p:cNvPr>
          <p:cNvCxnSpPr>
            <a:cxnSpLocks/>
          </p:cNvCxnSpPr>
          <p:nvPr/>
        </p:nvCxnSpPr>
        <p:spPr>
          <a:xfrm>
            <a:off x="14128932" y="2407891"/>
            <a:ext cx="0" cy="116907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A13FE3F-71B2-66AB-086C-0E739BCDAB7F}"/>
              </a:ext>
            </a:extLst>
          </p:cNvPr>
          <p:cNvCxnSpPr>
            <a:cxnSpLocks/>
          </p:cNvCxnSpPr>
          <p:nvPr/>
        </p:nvCxnSpPr>
        <p:spPr>
          <a:xfrm>
            <a:off x="13757457" y="2411066"/>
            <a:ext cx="0" cy="116907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BF9A0F2-F199-7A80-7DB8-D596C81B21A4}"/>
              </a:ext>
            </a:extLst>
          </p:cNvPr>
          <p:cNvCxnSpPr>
            <a:cxnSpLocks/>
          </p:cNvCxnSpPr>
          <p:nvPr/>
        </p:nvCxnSpPr>
        <p:spPr>
          <a:xfrm>
            <a:off x="14503582" y="2406189"/>
            <a:ext cx="0" cy="116907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FA48348-CA0D-A5D6-5065-92F44A379399}"/>
                  </a:ext>
                </a:extLst>
              </p:cNvPr>
              <p:cNvSpPr txBox="1"/>
              <p:nvPr/>
            </p:nvSpPr>
            <p:spPr>
              <a:xfrm>
                <a:off x="13513339" y="2819959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FA48348-CA0D-A5D6-5065-92F44A379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3339" y="2819959"/>
                <a:ext cx="304800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9C995B9-80E2-829A-BE5D-BBEEDEFB8146}"/>
                  </a:ext>
                </a:extLst>
              </p:cNvPr>
              <p:cNvSpPr txBox="1"/>
              <p:nvPr/>
            </p:nvSpPr>
            <p:spPr>
              <a:xfrm>
                <a:off x="13887988" y="2822016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9C995B9-80E2-829A-BE5D-BBEEDEFB8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7988" y="2822016"/>
                <a:ext cx="304800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DB6BE53-AF40-DC13-B811-C800FE999F05}"/>
                  </a:ext>
                </a:extLst>
              </p:cNvPr>
              <p:cNvSpPr txBox="1"/>
              <p:nvPr/>
            </p:nvSpPr>
            <p:spPr>
              <a:xfrm>
                <a:off x="14265457" y="2821838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DB6BE53-AF40-DC13-B811-C800FE99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5457" y="2821838"/>
                <a:ext cx="30480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4F634DB-A780-4B04-CB0F-D71DF45B8C19}"/>
                  </a:ext>
                </a:extLst>
              </p:cNvPr>
              <p:cNvSpPr txBox="1"/>
              <p:nvPr/>
            </p:nvSpPr>
            <p:spPr>
              <a:xfrm>
                <a:off x="7292332" y="3522583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4F634DB-A780-4B04-CB0F-D71DF45B8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332" y="3522583"/>
                <a:ext cx="304800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C4B0550-9F66-3AE6-96A7-FC81C44C7784}"/>
                  </a:ext>
                </a:extLst>
              </p:cNvPr>
              <p:cNvSpPr txBox="1"/>
              <p:nvPr/>
            </p:nvSpPr>
            <p:spPr>
              <a:xfrm>
                <a:off x="7292332" y="4241350"/>
                <a:ext cx="304800" cy="324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C4B0550-9F66-3AE6-96A7-FC81C44C7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332" y="4241350"/>
                <a:ext cx="304800" cy="32438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B4677F72-73BF-6C82-69F1-359AFD66CBF2}"/>
              </a:ext>
            </a:extLst>
          </p:cNvPr>
          <p:cNvSpPr>
            <a:spLocks noChangeAspect="1"/>
          </p:cNvSpPr>
          <p:nvPr/>
        </p:nvSpPr>
        <p:spPr>
          <a:xfrm>
            <a:off x="9748549" y="1174989"/>
            <a:ext cx="1231364" cy="1231364"/>
          </a:xfrm>
          <a:prstGeom prst="roundRect">
            <a:avLst>
              <a:gd name="adj" fmla="val 619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Clarke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(α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 →</a:t>
            </a:r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E9A23ADF-0B78-C5AC-925A-E664992EC5FE}"/>
              </a:ext>
            </a:extLst>
          </p:cNvPr>
          <p:cNvSpPr>
            <a:spLocks noChangeAspect="1"/>
          </p:cNvSpPr>
          <p:nvPr/>
        </p:nvSpPr>
        <p:spPr>
          <a:xfrm>
            <a:off x="11632542" y="1174989"/>
            <a:ext cx="1231364" cy="1231364"/>
          </a:xfrm>
          <a:prstGeom prst="roundRect">
            <a:avLst>
              <a:gd name="adj" fmla="val 619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SVPWM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B1082D1-6CDD-9B18-C7DD-8265702DAFCC}"/>
              </a:ext>
            </a:extLst>
          </p:cNvPr>
          <p:cNvSpPr/>
          <p:nvPr/>
        </p:nvSpPr>
        <p:spPr>
          <a:xfrm>
            <a:off x="13513339" y="1174989"/>
            <a:ext cx="1231200" cy="1231200"/>
          </a:xfrm>
          <a:prstGeom prst="roundRect">
            <a:avLst>
              <a:gd name="adj" fmla="val 619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B554567E-38EA-F25D-5AD3-FD5BD2ADF56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8" r="4330"/>
          <a:stretch>
            <a:fillRect/>
          </a:stretch>
        </p:blipFill>
        <p:spPr>
          <a:xfrm>
            <a:off x="13537328" y="1622463"/>
            <a:ext cx="1183228" cy="7140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6AD3431-F0EF-38E0-E861-D875E9DB74FF}"/>
                  </a:ext>
                </a:extLst>
              </p:cNvPr>
              <p:cNvSpPr txBox="1"/>
              <p:nvPr/>
            </p:nvSpPr>
            <p:spPr>
              <a:xfrm>
                <a:off x="9181457" y="1110784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i="0" dirty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α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6AD3431-F0EF-38E0-E861-D875E9DB7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457" y="1110784"/>
                <a:ext cx="304800" cy="307777"/>
              </a:xfrm>
              <a:prstGeom prst="rect">
                <a:avLst/>
              </a:prstGeom>
              <a:blipFill>
                <a:blip r:embed="rId19"/>
                <a:stretch>
                  <a:fillRect r="-6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CC12389-8864-F569-77A6-612A551E7258}"/>
                  </a:ext>
                </a:extLst>
              </p:cNvPr>
              <p:cNvSpPr txBox="1"/>
              <p:nvPr/>
            </p:nvSpPr>
            <p:spPr>
              <a:xfrm>
                <a:off x="9181457" y="1843491"/>
                <a:ext cx="304800" cy="335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CC12389-8864-F569-77A6-612A551E7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457" y="1843491"/>
                <a:ext cx="304800" cy="335733"/>
              </a:xfrm>
              <a:prstGeom prst="rect">
                <a:avLst/>
              </a:prstGeom>
              <a:blipFill>
                <a:blip r:embed="rId20"/>
                <a:stretch>
                  <a:fillRect r="-8000" b="-545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5B0FBD1-1A7D-EE83-1661-07565DE1615F}"/>
              </a:ext>
            </a:extLst>
          </p:cNvPr>
          <p:cNvCxnSpPr>
            <a:cxnSpLocks/>
          </p:cNvCxnSpPr>
          <p:nvPr/>
        </p:nvCxnSpPr>
        <p:spPr>
          <a:xfrm>
            <a:off x="9097101" y="1412493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01AAC26-BA08-6E21-C04E-AB274846DD36}"/>
              </a:ext>
            </a:extLst>
          </p:cNvPr>
          <p:cNvCxnSpPr>
            <a:cxnSpLocks/>
          </p:cNvCxnSpPr>
          <p:nvPr/>
        </p:nvCxnSpPr>
        <p:spPr>
          <a:xfrm>
            <a:off x="9097101" y="2173190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249278D5-3A21-D694-1293-4B0578EA938E}"/>
              </a:ext>
            </a:extLst>
          </p:cNvPr>
          <p:cNvSpPr>
            <a:spLocks noChangeAspect="1"/>
          </p:cNvSpPr>
          <p:nvPr/>
        </p:nvSpPr>
        <p:spPr>
          <a:xfrm>
            <a:off x="7860787" y="1174989"/>
            <a:ext cx="1231364" cy="1231364"/>
          </a:xfrm>
          <a:prstGeom prst="roundRect">
            <a:avLst>
              <a:gd name="adj" fmla="val 619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Park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91F3F81-9B49-BFAE-3D76-DFB84D06DEE1}"/>
              </a:ext>
            </a:extLst>
          </p:cNvPr>
          <p:cNvCxnSpPr>
            <a:cxnSpLocks/>
          </p:cNvCxnSpPr>
          <p:nvPr/>
        </p:nvCxnSpPr>
        <p:spPr>
          <a:xfrm flipH="1">
            <a:off x="11141936" y="3822740"/>
            <a:ext cx="2361081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3374864-25AC-40E1-D491-4654C3698172}"/>
              </a:ext>
            </a:extLst>
          </p:cNvPr>
          <p:cNvCxnSpPr>
            <a:cxnSpLocks/>
          </p:cNvCxnSpPr>
          <p:nvPr/>
        </p:nvCxnSpPr>
        <p:spPr>
          <a:xfrm flipH="1">
            <a:off x="11139555" y="4556187"/>
            <a:ext cx="2363621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28229A5-90A8-8C9D-BA8F-4A3FFAFF15DB}"/>
                  </a:ext>
                </a:extLst>
              </p:cNvPr>
              <p:cNvSpPr txBox="1"/>
              <p:nvPr/>
            </p:nvSpPr>
            <p:spPr>
              <a:xfrm>
                <a:off x="12182772" y="3523253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28229A5-90A8-8C9D-BA8F-4A3FFAFF1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772" y="3523253"/>
                <a:ext cx="304800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E73AA42-3F59-F387-58DD-97566C67D03F}"/>
                  </a:ext>
                </a:extLst>
              </p:cNvPr>
              <p:cNvSpPr txBox="1"/>
              <p:nvPr/>
            </p:nvSpPr>
            <p:spPr>
              <a:xfrm>
                <a:off x="12187534" y="4239137"/>
                <a:ext cx="304800" cy="326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E73AA42-3F59-F387-58DD-97566C67D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7534" y="4239137"/>
                <a:ext cx="304800" cy="326949"/>
              </a:xfrm>
              <a:prstGeom prst="rect">
                <a:avLst/>
              </a:prstGeom>
              <a:blipFill>
                <a:blip r:embed="rId22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2391AB53-EC21-7CE6-1B56-E7741565953F}"/>
              </a:ext>
            </a:extLst>
          </p:cNvPr>
          <p:cNvCxnSpPr>
            <a:stCxn id="63" idx="2"/>
            <a:endCxn id="64" idx="0"/>
          </p:cNvCxnSpPr>
          <p:nvPr/>
        </p:nvCxnSpPr>
        <p:spPr>
          <a:xfrm>
            <a:off x="16834258" y="3890990"/>
            <a:ext cx="1" cy="41871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0A140CFC-A511-65AC-7E44-CDCE0938D580}"/>
              </a:ext>
            </a:extLst>
          </p:cNvPr>
          <p:cNvSpPr/>
          <p:nvPr/>
        </p:nvSpPr>
        <p:spPr>
          <a:xfrm>
            <a:off x="5793605" y="1200160"/>
            <a:ext cx="1409421" cy="42480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 Controller</a:t>
            </a:r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5F3CDE1-66F7-7535-ECAC-803B9C7BAC7C}"/>
              </a:ext>
            </a:extLst>
          </p:cNvPr>
          <p:cNvSpPr/>
          <p:nvPr/>
        </p:nvSpPr>
        <p:spPr>
          <a:xfrm>
            <a:off x="5793605" y="1930782"/>
            <a:ext cx="1409421" cy="42480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 Controller</a:t>
            </a:r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DE9192D8-A5F1-34BB-4891-DCA8CAFF9432}"/>
                  </a:ext>
                </a:extLst>
              </p:cNvPr>
              <p:cNvSpPr txBox="1"/>
              <p:nvPr/>
            </p:nvSpPr>
            <p:spPr>
              <a:xfrm>
                <a:off x="7292332" y="1110784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DE9192D8-A5F1-34BB-4891-DCA8CAFF9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332" y="1110784"/>
                <a:ext cx="304800" cy="307777"/>
              </a:xfrm>
              <a:prstGeom prst="rect">
                <a:avLst/>
              </a:prstGeom>
              <a:blipFill>
                <a:blip r:embed="rId23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1DBB2B5-D36A-652C-70A5-852F0397F15C}"/>
                  </a:ext>
                </a:extLst>
              </p:cNvPr>
              <p:cNvSpPr txBox="1"/>
              <p:nvPr/>
            </p:nvSpPr>
            <p:spPr>
              <a:xfrm>
                <a:off x="7292332" y="1823649"/>
                <a:ext cx="304800" cy="324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1DBB2B5-D36A-652C-70A5-852F0397F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332" y="1823649"/>
                <a:ext cx="304800" cy="32438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7677BFD-5778-2AD9-4E54-B8EA3560AADD}"/>
              </a:ext>
            </a:extLst>
          </p:cNvPr>
          <p:cNvCxnSpPr>
            <a:cxnSpLocks/>
          </p:cNvCxnSpPr>
          <p:nvPr/>
        </p:nvCxnSpPr>
        <p:spPr>
          <a:xfrm>
            <a:off x="7207976" y="1412493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6EA55729-B720-0CB7-A503-3FFEF2D56B3F}"/>
              </a:ext>
            </a:extLst>
          </p:cNvPr>
          <p:cNvCxnSpPr>
            <a:cxnSpLocks/>
          </p:cNvCxnSpPr>
          <p:nvPr/>
        </p:nvCxnSpPr>
        <p:spPr>
          <a:xfrm>
            <a:off x="7207976" y="2143823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742D2B03-1F23-9669-2D1E-CE9D366348C3}"/>
                  </a:ext>
                </a:extLst>
              </p:cNvPr>
              <p:cNvSpPr/>
              <p:nvPr/>
            </p:nvSpPr>
            <p:spPr>
              <a:xfrm>
                <a:off x="7860787" y="2778326"/>
                <a:ext cx="1231364" cy="4248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CA" sz="1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11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(Electrical Angle)</a:t>
                </a:r>
              </a:p>
            </p:txBody>
          </p:sp>
        </mc:Choice>
        <mc:Fallback xmlns=""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742D2B03-1F23-9669-2D1E-CE9D36634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0787" y="2778326"/>
                <a:ext cx="1231364" cy="424802"/>
              </a:xfrm>
              <a:prstGeom prst="roundRect">
                <a:avLst/>
              </a:prstGeom>
              <a:blipFill>
                <a:blip r:embed="rId25"/>
                <a:stretch>
                  <a:fillRect b="-9722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3ED93ABE-34DB-60BD-0881-E5CE40AB83AB}"/>
              </a:ext>
            </a:extLst>
          </p:cNvPr>
          <p:cNvCxnSpPr>
            <a:stCxn id="141" idx="0"/>
            <a:endCxn id="96" idx="2"/>
          </p:cNvCxnSpPr>
          <p:nvPr/>
        </p:nvCxnSpPr>
        <p:spPr>
          <a:xfrm flipV="1">
            <a:off x="8476469" y="2406353"/>
            <a:ext cx="0" cy="371973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Rectangle: Rounded Corners 144">
                <a:extLst>
                  <a:ext uri="{FF2B5EF4-FFF2-40B4-BE49-F238E27FC236}">
                    <a16:creationId xmlns:a16="http://schemas.microsoft.com/office/drawing/2014/main" id="{DA1019A9-2D4F-511A-761B-48D022936F52}"/>
                  </a:ext>
                </a:extLst>
              </p:cNvPr>
              <p:cNvSpPr/>
              <p:nvPr/>
            </p:nvSpPr>
            <p:spPr>
              <a:xfrm>
                <a:off x="9908556" y="5174349"/>
                <a:ext cx="1231364" cy="4248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CA" sz="1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11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(Electrical Angle)</a:t>
                </a:r>
              </a:p>
            </p:txBody>
          </p:sp>
        </mc:Choice>
        <mc:Fallback xmlns="">
          <p:sp>
            <p:nvSpPr>
              <p:cNvPr id="145" name="Rectangle: Rounded Corners 144">
                <a:extLst>
                  <a:ext uri="{FF2B5EF4-FFF2-40B4-BE49-F238E27FC236}">
                    <a16:creationId xmlns:a16="http://schemas.microsoft.com/office/drawing/2014/main" id="{DA1019A9-2D4F-511A-761B-48D022936F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556" y="5174349"/>
                <a:ext cx="1231364" cy="424802"/>
              </a:xfrm>
              <a:prstGeom prst="roundRect">
                <a:avLst/>
              </a:prstGeom>
              <a:blipFill>
                <a:blip r:embed="rId25"/>
                <a:stretch>
                  <a:fillRect b="-9722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5ECB1BDD-9D41-C99D-1BDC-E7491586497D}"/>
              </a:ext>
            </a:extLst>
          </p:cNvPr>
          <p:cNvCxnSpPr>
            <a:stCxn id="145" idx="0"/>
          </p:cNvCxnSpPr>
          <p:nvPr/>
        </p:nvCxnSpPr>
        <p:spPr>
          <a:xfrm flipV="1">
            <a:off x="10524238" y="4802376"/>
            <a:ext cx="0" cy="371973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17961D1E-37EF-54E7-4FB2-232A69AA401C}"/>
              </a:ext>
            </a:extLst>
          </p:cNvPr>
          <p:cNvSpPr>
            <a:spLocks noChangeAspect="1"/>
          </p:cNvSpPr>
          <p:nvPr/>
        </p:nvSpPr>
        <p:spPr>
          <a:xfrm>
            <a:off x="13513339" y="3578553"/>
            <a:ext cx="1231364" cy="1231364"/>
          </a:xfrm>
          <a:prstGeom prst="roundRect">
            <a:avLst>
              <a:gd name="adj" fmla="val 619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Clarke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F47238B4-2A10-4554-DE0A-2E422D35DF69}"/>
              </a:ext>
            </a:extLst>
          </p:cNvPr>
          <p:cNvSpPr>
            <a:spLocks noChangeAspect="1"/>
          </p:cNvSpPr>
          <p:nvPr/>
        </p:nvSpPr>
        <p:spPr>
          <a:xfrm>
            <a:off x="5017947" y="1286211"/>
            <a:ext cx="252450" cy="252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0DAA87F-9EE7-A9A1-E820-C947D9E52EAC}"/>
              </a:ext>
            </a:extLst>
          </p:cNvPr>
          <p:cNvSpPr txBox="1"/>
          <p:nvPr/>
        </p:nvSpPr>
        <p:spPr>
          <a:xfrm>
            <a:off x="4822555" y="1086142"/>
            <a:ext cx="177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+</a:t>
            </a:r>
            <a:endParaRPr lang="en-CA" sz="28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F7236E9-0115-DE49-32E6-D9925423328A}"/>
              </a:ext>
            </a:extLst>
          </p:cNvPr>
          <p:cNvSpPr txBox="1"/>
          <p:nvPr/>
        </p:nvSpPr>
        <p:spPr>
          <a:xfrm>
            <a:off x="5196669" y="1351490"/>
            <a:ext cx="202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_</a:t>
            </a:r>
            <a:endParaRPr lang="en-CA" sz="2000" b="1" dirty="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C997BBB3-9383-64EF-9FA9-27AC2ABBDF8E}"/>
              </a:ext>
            </a:extLst>
          </p:cNvPr>
          <p:cNvSpPr>
            <a:spLocks noChangeAspect="1"/>
          </p:cNvSpPr>
          <p:nvPr/>
        </p:nvSpPr>
        <p:spPr>
          <a:xfrm>
            <a:off x="4153929" y="2017182"/>
            <a:ext cx="252450" cy="252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3E67075-02A2-7A76-33B9-ADA2A7D0738E}"/>
              </a:ext>
            </a:extLst>
          </p:cNvPr>
          <p:cNvSpPr txBox="1"/>
          <p:nvPr/>
        </p:nvSpPr>
        <p:spPr>
          <a:xfrm>
            <a:off x="3940868" y="1847121"/>
            <a:ext cx="177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+</a:t>
            </a:r>
            <a:endParaRPr lang="en-CA" sz="28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D3B1A68-0757-97AB-86FE-295CA388AF45}"/>
              </a:ext>
            </a:extLst>
          </p:cNvPr>
          <p:cNvSpPr txBox="1"/>
          <p:nvPr/>
        </p:nvSpPr>
        <p:spPr>
          <a:xfrm>
            <a:off x="4326280" y="2067635"/>
            <a:ext cx="202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_</a:t>
            </a:r>
            <a:endParaRPr lang="en-CA" sz="2000" b="1" dirty="0"/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0992CBC5-F175-D5DF-B6D2-2818E334296E}"/>
              </a:ext>
            </a:extLst>
          </p:cNvPr>
          <p:cNvCxnSpPr>
            <a:stCxn id="172" idx="6"/>
            <a:endCxn id="132" idx="1"/>
          </p:cNvCxnSpPr>
          <p:nvPr/>
        </p:nvCxnSpPr>
        <p:spPr>
          <a:xfrm>
            <a:off x="4406379" y="2143182"/>
            <a:ext cx="1387226" cy="1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5B85A1B-CE18-A933-EE99-B698A5B6E008}"/>
              </a:ext>
            </a:extLst>
          </p:cNvPr>
          <p:cNvCxnSpPr>
            <a:stCxn id="164" idx="6"/>
            <a:endCxn id="130" idx="1"/>
          </p:cNvCxnSpPr>
          <p:nvPr/>
        </p:nvCxnSpPr>
        <p:spPr>
          <a:xfrm>
            <a:off x="5270397" y="1412211"/>
            <a:ext cx="523208" cy="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2BDF6C84-786F-17DB-DA5A-02132EFADD5E}"/>
              </a:ext>
            </a:extLst>
          </p:cNvPr>
          <p:cNvCxnSpPr>
            <a:cxnSpLocks/>
            <a:endCxn id="164" idx="4"/>
          </p:cNvCxnSpPr>
          <p:nvPr/>
        </p:nvCxnSpPr>
        <p:spPr>
          <a:xfrm rot="10800000">
            <a:off x="5144172" y="1538212"/>
            <a:ext cx="4768124" cy="2284529"/>
          </a:xfrm>
          <a:prstGeom prst="bentConnector2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A3199E7F-4F31-8532-B538-0F8437D1525C}"/>
              </a:ext>
            </a:extLst>
          </p:cNvPr>
          <p:cNvCxnSpPr>
            <a:cxnSpLocks/>
            <a:endCxn id="172" idx="4"/>
          </p:cNvCxnSpPr>
          <p:nvPr/>
        </p:nvCxnSpPr>
        <p:spPr>
          <a:xfrm rot="10800000">
            <a:off x="4280154" y="2269183"/>
            <a:ext cx="5626386" cy="228700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E80EA663-04E1-A6F5-830B-C5D4E757B494}"/>
              </a:ext>
            </a:extLst>
          </p:cNvPr>
          <p:cNvSpPr>
            <a:spLocks noChangeAspect="1"/>
          </p:cNvSpPr>
          <p:nvPr/>
        </p:nvSpPr>
        <p:spPr>
          <a:xfrm>
            <a:off x="9908556" y="3578553"/>
            <a:ext cx="1231364" cy="1231364"/>
          </a:xfrm>
          <a:prstGeom prst="roundRect">
            <a:avLst>
              <a:gd name="adj" fmla="val 619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(α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A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A2E2BC6F-DA8A-9C13-E9EF-D2718D240808}"/>
              </a:ext>
            </a:extLst>
          </p:cNvPr>
          <p:cNvCxnSpPr>
            <a:cxnSpLocks/>
            <a:endCxn id="172" idx="2"/>
          </p:cNvCxnSpPr>
          <p:nvPr/>
        </p:nvCxnSpPr>
        <p:spPr>
          <a:xfrm>
            <a:off x="3485293" y="2143182"/>
            <a:ext cx="6686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E5CC4987-2591-D835-7310-272D7507F411}"/>
              </a:ext>
            </a:extLst>
          </p:cNvPr>
          <p:cNvCxnSpPr>
            <a:cxnSpLocks/>
            <a:endCxn id="164" idx="2"/>
          </p:cNvCxnSpPr>
          <p:nvPr/>
        </p:nvCxnSpPr>
        <p:spPr>
          <a:xfrm>
            <a:off x="3475058" y="1409603"/>
            <a:ext cx="1542889" cy="2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FBBE4EF6-3D1C-E4A6-E929-6044A5C248D0}"/>
                  </a:ext>
                </a:extLst>
              </p:cNvPr>
              <p:cNvSpPr txBox="1"/>
              <p:nvPr/>
            </p:nvSpPr>
            <p:spPr>
              <a:xfrm>
                <a:off x="3143610" y="1255714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FBBE4EF6-3D1C-E4A6-E929-6044A5C24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610" y="1255714"/>
                <a:ext cx="304800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898B7E5A-375A-5176-C9F1-F05B521D91F3}"/>
                  </a:ext>
                </a:extLst>
              </p:cNvPr>
              <p:cNvSpPr txBox="1"/>
              <p:nvPr/>
            </p:nvSpPr>
            <p:spPr>
              <a:xfrm>
                <a:off x="3183589" y="1979498"/>
                <a:ext cx="304800" cy="324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898B7E5A-375A-5176-C9F1-F05B521D9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589" y="1979498"/>
                <a:ext cx="304800" cy="32438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BBE6A5-3C97-F5B0-6863-9B56ADA7844D}"/>
              </a:ext>
            </a:extLst>
          </p:cNvPr>
          <p:cNvSpPr/>
          <p:nvPr/>
        </p:nvSpPr>
        <p:spPr>
          <a:xfrm>
            <a:off x="3859178" y="4927808"/>
            <a:ext cx="1409421" cy="42480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System</a:t>
            </a:r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7D480B-E811-86A6-5D2C-A562B8EB082B}"/>
              </a:ext>
            </a:extLst>
          </p:cNvPr>
          <p:cNvSpPr/>
          <p:nvPr/>
        </p:nvSpPr>
        <p:spPr>
          <a:xfrm>
            <a:off x="5793604" y="4927808"/>
            <a:ext cx="1409421" cy="4248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782D2E-93E4-C2B2-9252-B8B897A66EA3}"/>
              </a:ext>
            </a:extLst>
          </p:cNvPr>
          <p:cNvSpPr/>
          <p:nvPr/>
        </p:nvSpPr>
        <p:spPr>
          <a:xfrm>
            <a:off x="7728030" y="4927807"/>
            <a:ext cx="1409421" cy="4248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624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78300-C747-C678-8610-FAD73901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3938DCC-1CD9-B2A3-291C-DFA95F6E0547}"/>
                  </a:ext>
                </a:extLst>
              </p:cNvPr>
              <p:cNvSpPr txBox="1"/>
              <p:nvPr/>
            </p:nvSpPr>
            <p:spPr>
              <a:xfrm>
                <a:off x="11798210" y="2265276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4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3938DCC-1CD9-B2A3-291C-DFA95F6E0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8210" y="2265276"/>
                <a:ext cx="304800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47A842-F2EB-F73E-86B7-CA186B19F6C4}"/>
                  </a:ext>
                </a:extLst>
              </p:cNvPr>
              <p:cNvSpPr txBox="1"/>
              <p:nvPr/>
            </p:nvSpPr>
            <p:spPr>
              <a:xfrm>
                <a:off x="11798210" y="1881195"/>
                <a:ext cx="304800" cy="309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1400" i="1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47A842-F2EB-F73E-86B7-CA186B19F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8210" y="1881195"/>
                <a:ext cx="304800" cy="309124"/>
              </a:xfrm>
              <a:prstGeom prst="rect">
                <a:avLst/>
              </a:prstGeom>
              <a:blipFill>
                <a:blip r:embed="rId3"/>
                <a:stretch>
                  <a:fillRect r="-4000" b="-2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CAFDA11-E8CA-67C5-22EC-7CD2098855D5}"/>
              </a:ext>
            </a:extLst>
          </p:cNvPr>
          <p:cNvCxnSpPr>
            <a:cxnSpLocks/>
          </p:cNvCxnSpPr>
          <p:nvPr/>
        </p:nvCxnSpPr>
        <p:spPr>
          <a:xfrm>
            <a:off x="11703492" y="1806865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C7C2E0-A641-25E1-7ABF-9CD50B6174FC}"/>
              </a:ext>
            </a:extLst>
          </p:cNvPr>
          <p:cNvCxnSpPr>
            <a:cxnSpLocks/>
          </p:cNvCxnSpPr>
          <p:nvPr/>
        </p:nvCxnSpPr>
        <p:spPr>
          <a:xfrm>
            <a:off x="11703492" y="2567562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A69DB0F-5DDC-85AA-27BE-96495D545D69}"/>
              </a:ext>
            </a:extLst>
          </p:cNvPr>
          <p:cNvCxnSpPr>
            <a:cxnSpLocks/>
          </p:cNvCxnSpPr>
          <p:nvPr/>
        </p:nvCxnSpPr>
        <p:spPr>
          <a:xfrm>
            <a:off x="11703492" y="2180863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AB112CA-CC5F-51E4-DB56-4AF28A40E725}"/>
                  </a:ext>
                </a:extLst>
              </p:cNvPr>
              <p:cNvSpPr txBox="1"/>
              <p:nvPr/>
            </p:nvSpPr>
            <p:spPr>
              <a:xfrm>
                <a:off x="11798210" y="1508977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AB112CA-CC5F-51E4-DB56-4AF28A40E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8210" y="1508977"/>
                <a:ext cx="3048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9D70CB8-C2E7-388F-923E-BFCDF677172F}"/>
                  </a:ext>
                </a:extLst>
              </p:cNvPr>
              <p:cNvSpPr txBox="1"/>
              <p:nvPr/>
            </p:nvSpPr>
            <p:spPr>
              <a:xfrm>
                <a:off x="13684131" y="2269975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9D70CB8-C2E7-388F-923E-BFCDF6771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4131" y="2269975"/>
                <a:ext cx="30480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05576F-2605-C1C6-FFB5-A1F9908987BA}"/>
                  </a:ext>
                </a:extLst>
              </p:cNvPr>
              <p:cNvSpPr txBox="1"/>
              <p:nvPr/>
            </p:nvSpPr>
            <p:spPr>
              <a:xfrm>
                <a:off x="13684131" y="1881130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05576F-2605-C1C6-FFB5-A1F990898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4131" y="1881130"/>
                <a:ext cx="304800" cy="307777"/>
              </a:xfrm>
              <a:prstGeom prst="rect">
                <a:avLst/>
              </a:prstGeom>
              <a:blipFill>
                <a:blip r:embed="rId6"/>
                <a:stretch>
                  <a:fillRect r="-6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E24BD-7846-C88A-A0E7-D5FEC8E725FF}"/>
              </a:ext>
            </a:extLst>
          </p:cNvPr>
          <p:cNvCxnSpPr>
            <a:cxnSpLocks/>
          </p:cNvCxnSpPr>
          <p:nvPr/>
        </p:nvCxnSpPr>
        <p:spPr>
          <a:xfrm>
            <a:off x="13589413" y="1806802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6FCBDAF-DA45-CE42-2201-2868F75607F9}"/>
              </a:ext>
            </a:extLst>
          </p:cNvPr>
          <p:cNvCxnSpPr>
            <a:cxnSpLocks/>
          </p:cNvCxnSpPr>
          <p:nvPr/>
        </p:nvCxnSpPr>
        <p:spPr>
          <a:xfrm>
            <a:off x="13589413" y="2567499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B873600-8071-2873-285C-25A0F53F1BB2}"/>
              </a:ext>
            </a:extLst>
          </p:cNvPr>
          <p:cNvCxnSpPr>
            <a:cxnSpLocks/>
          </p:cNvCxnSpPr>
          <p:nvPr/>
        </p:nvCxnSpPr>
        <p:spPr>
          <a:xfrm>
            <a:off x="13589413" y="2180800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FAB7468-1A60-8EC1-4D8D-1CB4D6B38E35}"/>
                  </a:ext>
                </a:extLst>
              </p:cNvPr>
              <p:cNvSpPr txBox="1"/>
              <p:nvPr/>
            </p:nvSpPr>
            <p:spPr>
              <a:xfrm>
                <a:off x="13684131" y="1508913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FAB7468-1A60-8EC1-4D8D-1CB4D6B38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4131" y="1508913"/>
                <a:ext cx="304800" cy="307777"/>
              </a:xfrm>
              <a:prstGeom prst="rect">
                <a:avLst/>
              </a:prstGeom>
              <a:blipFill>
                <a:blip r:embed="rId7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>
            <a:extLst>
              <a:ext uri="{FF2B5EF4-FFF2-40B4-BE49-F238E27FC236}">
                <a16:creationId xmlns:a16="http://schemas.microsoft.com/office/drawing/2014/main" id="{219819B4-7C24-6EE8-2D7A-BC1A29551138}"/>
              </a:ext>
            </a:extLst>
          </p:cNvPr>
          <p:cNvSpPr>
            <a:spLocks noChangeAspect="1"/>
          </p:cNvSpPr>
          <p:nvPr/>
        </p:nvSpPr>
        <p:spPr>
          <a:xfrm>
            <a:off x="16994984" y="1615283"/>
            <a:ext cx="1134000" cy="113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PMSM</a:t>
            </a:r>
            <a:endParaRPr lang="en-CA" sz="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FAB7EC0-3B61-32A9-65CE-298BCC54B730}"/>
              </a:ext>
            </a:extLst>
          </p:cNvPr>
          <p:cNvCxnSpPr>
            <a:cxnSpLocks/>
            <a:endCxn id="58" idx="2"/>
          </p:cNvCxnSpPr>
          <p:nvPr/>
        </p:nvCxnSpPr>
        <p:spPr>
          <a:xfrm>
            <a:off x="15468439" y="2180802"/>
            <a:ext cx="1526545" cy="1481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41D1784-EA73-F980-7B40-B1FFA8A1552E}"/>
              </a:ext>
            </a:extLst>
          </p:cNvPr>
          <p:cNvCxnSpPr>
            <a:cxnSpLocks/>
          </p:cNvCxnSpPr>
          <p:nvPr/>
        </p:nvCxnSpPr>
        <p:spPr>
          <a:xfrm>
            <a:off x="15473389" y="1803303"/>
            <a:ext cx="1654517" cy="5434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A8F2C20-A184-FAB2-5968-9B2DF9A35F34}"/>
              </a:ext>
            </a:extLst>
          </p:cNvPr>
          <p:cNvCxnSpPr>
            <a:cxnSpLocks/>
          </p:cNvCxnSpPr>
          <p:nvPr/>
        </p:nvCxnSpPr>
        <p:spPr>
          <a:xfrm>
            <a:off x="15473379" y="2551015"/>
            <a:ext cx="1660877" cy="7022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BFA05500-5050-DD31-6978-AA9E24C65A3D}"/>
              </a:ext>
            </a:extLst>
          </p:cNvPr>
          <p:cNvSpPr/>
          <p:nvPr/>
        </p:nvSpPr>
        <p:spPr>
          <a:xfrm>
            <a:off x="16698079" y="2768745"/>
            <a:ext cx="1720161" cy="5486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</a:rPr>
              <a:t>Position Sensor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ea typeface="Cambria Math" panose="02040503050406030204" pitchFamily="18" charset="0"/>
              </a:rPr>
              <a:t>(Encoder/Resolver)</a:t>
            </a:r>
          </a:p>
          <a:p>
            <a:pPr algn="ctr"/>
            <a:endParaRPr lang="en-US" sz="400" dirty="0">
              <a:solidFill>
                <a:schemeClr val="tx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DB3C77E3-5077-991D-8104-3475D2169461}"/>
                  </a:ext>
                </a:extLst>
              </p:cNvPr>
              <p:cNvSpPr/>
              <p:nvPr/>
            </p:nvSpPr>
            <p:spPr>
              <a:xfrm>
                <a:off x="16698077" y="3736072"/>
                <a:ext cx="1720161" cy="54861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CA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1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(Mechanical Angle)</a:t>
                </a:r>
              </a:p>
            </p:txBody>
          </p:sp>
        </mc:Choice>
        <mc:Fallback xmlns=""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DB3C77E3-5077-991D-8104-3475D21694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8077" y="3736072"/>
                <a:ext cx="1720161" cy="548618"/>
              </a:xfrm>
              <a:prstGeom prst="roundRect">
                <a:avLst/>
              </a:prstGeom>
              <a:blipFill>
                <a:blip r:embed="rId8"/>
                <a:stretch>
                  <a:fillRect b="-6452"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37C54D2F-EEFF-FA08-41E3-5B7FFCF29AD4}"/>
                  </a:ext>
                </a:extLst>
              </p:cNvPr>
              <p:cNvSpPr/>
              <p:nvPr/>
            </p:nvSpPr>
            <p:spPr>
              <a:xfrm>
                <a:off x="16698078" y="4703400"/>
                <a:ext cx="1720161" cy="54861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CA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1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(Electrical Angle)</a:t>
                </a:r>
              </a:p>
            </p:txBody>
          </p:sp>
        </mc:Choice>
        <mc:Fallback xmlns=""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37C54D2F-EEFF-FA08-41E3-5B7FFCF29A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8078" y="4703400"/>
                <a:ext cx="1720161" cy="548618"/>
              </a:xfrm>
              <a:prstGeom prst="roundRect">
                <a:avLst/>
              </a:prstGeom>
              <a:blipFill>
                <a:blip r:embed="rId9"/>
                <a:stretch>
                  <a:fillRect b="-6452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BB0FFF7-1F9B-C284-377B-2F85BD4FD40A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 flipH="1">
            <a:off x="17558158" y="3317362"/>
            <a:ext cx="2" cy="41871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C06AAA8-36C5-3288-C0F2-EAF048E40804}"/>
                  </a:ext>
                </a:extLst>
              </p:cNvPr>
              <p:cNvSpPr txBox="1"/>
              <p:nvPr/>
            </p:nvSpPr>
            <p:spPr>
              <a:xfrm>
                <a:off x="16000256" y="2253775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C06AAA8-36C5-3288-C0F2-EAF048E40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0256" y="2253775"/>
                <a:ext cx="304800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56BE1A3-7D00-9BEC-10E2-1830501614F1}"/>
                  </a:ext>
                </a:extLst>
              </p:cNvPr>
              <p:cNvSpPr txBox="1"/>
              <p:nvPr/>
            </p:nvSpPr>
            <p:spPr>
              <a:xfrm>
                <a:off x="16000256" y="1882394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56BE1A3-7D00-9BEC-10E2-183050161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0256" y="1882394"/>
                <a:ext cx="304800" cy="307777"/>
              </a:xfrm>
              <a:prstGeom prst="rect">
                <a:avLst/>
              </a:prstGeom>
              <a:blipFill>
                <a:blip r:embed="rId11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5BDD988-3BB7-615E-A009-961F1F462BE9}"/>
                  </a:ext>
                </a:extLst>
              </p:cNvPr>
              <p:cNvSpPr txBox="1"/>
              <p:nvPr/>
            </p:nvSpPr>
            <p:spPr>
              <a:xfrm>
                <a:off x="16000256" y="1510176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5BDD988-3BB7-615E-A009-961F1F462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0256" y="1510176"/>
                <a:ext cx="30480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0EAE6B2-2A37-C6F5-F581-E0DECBDB9E80}"/>
              </a:ext>
            </a:extLst>
          </p:cNvPr>
          <p:cNvCxnSpPr>
            <a:cxnSpLocks/>
          </p:cNvCxnSpPr>
          <p:nvPr/>
        </p:nvCxnSpPr>
        <p:spPr>
          <a:xfrm>
            <a:off x="14852832" y="2801591"/>
            <a:ext cx="0" cy="116907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D1CF4A4-0DBA-F1E7-F024-D5EA8C756B85}"/>
              </a:ext>
            </a:extLst>
          </p:cNvPr>
          <p:cNvCxnSpPr>
            <a:cxnSpLocks/>
          </p:cNvCxnSpPr>
          <p:nvPr/>
        </p:nvCxnSpPr>
        <p:spPr>
          <a:xfrm>
            <a:off x="14481357" y="2804766"/>
            <a:ext cx="0" cy="116907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DCFD8D0-1CAB-D182-3069-10B5B877345D}"/>
              </a:ext>
            </a:extLst>
          </p:cNvPr>
          <p:cNvCxnSpPr>
            <a:cxnSpLocks/>
          </p:cNvCxnSpPr>
          <p:nvPr/>
        </p:nvCxnSpPr>
        <p:spPr>
          <a:xfrm>
            <a:off x="15227482" y="2799889"/>
            <a:ext cx="0" cy="116907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51C5F4C-AD0E-1870-D0E6-02489A933D83}"/>
                  </a:ext>
                </a:extLst>
              </p:cNvPr>
              <p:cNvSpPr txBox="1"/>
              <p:nvPr/>
            </p:nvSpPr>
            <p:spPr>
              <a:xfrm>
                <a:off x="14237239" y="3213659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51C5F4C-AD0E-1870-D0E6-02489A933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7239" y="3213659"/>
                <a:ext cx="304800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FAD317B-4040-8404-B401-6004A30807D4}"/>
                  </a:ext>
                </a:extLst>
              </p:cNvPr>
              <p:cNvSpPr txBox="1"/>
              <p:nvPr/>
            </p:nvSpPr>
            <p:spPr>
              <a:xfrm>
                <a:off x="14611888" y="3215716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FAD317B-4040-8404-B401-6004A3080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1888" y="3215716"/>
                <a:ext cx="304800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B7013C4-63BA-E6C8-20A4-8D8481FAF1DA}"/>
                  </a:ext>
                </a:extLst>
              </p:cNvPr>
              <p:cNvSpPr txBox="1"/>
              <p:nvPr/>
            </p:nvSpPr>
            <p:spPr>
              <a:xfrm>
                <a:off x="14989357" y="3215538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B7013C4-63BA-E6C8-20A4-8D8481FAF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9357" y="3215538"/>
                <a:ext cx="304800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BC99C41-618F-54D7-DF4B-3C1066DB5E16}"/>
                  </a:ext>
                </a:extLst>
              </p:cNvPr>
              <p:cNvSpPr txBox="1"/>
              <p:nvPr/>
            </p:nvSpPr>
            <p:spPr>
              <a:xfrm>
                <a:off x="8016232" y="3916283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BC99C41-618F-54D7-DF4B-3C1066DB5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232" y="3916283"/>
                <a:ext cx="304800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B2961FC-D3D3-131E-4713-527E871D4246}"/>
                  </a:ext>
                </a:extLst>
              </p:cNvPr>
              <p:cNvSpPr txBox="1"/>
              <p:nvPr/>
            </p:nvSpPr>
            <p:spPr>
              <a:xfrm>
                <a:off x="8016232" y="4635050"/>
                <a:ext cx="304800" cy="324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B2961FC-D3D3-131E-4713-527E871D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232" y="4635050"/>
                <a:ext cx="304800" cy="32438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398AF9D9-EF46-0FF3-5ACA-BBE9B981DEA6}"/>
              </a:ext>
            </a:extLst>
          </p:cNvPr>
          <p:cNvSpPr>
            <a:spLocks noChangeAspect="1"/>
          </p:cNvSpPr>
          <p:nvPr/>
        </p:nvSpPr>
        <p:spPr>
          <a:xfrm>
            <a:off x="10472449" y="1568689"/>
            <a:ext cx="1231364" cy="1231364"/>
          </a:xfrm>
          <a:prstGeom prst="roundRect">
            <a:avLst>
              <a:gd name="adj" fmla="val 619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Clarke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(α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 →</a:t>
            </a:r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68FE51B0-DE23-9DDC-46A1-0AD43174BFD6}"/>
              </a:ext>
            </a:extLst>
          </p:cNvPr>
          <p:cNvSpPr>
            <a:spLocks noChangeAspect="1"/>
          </p:cNvSpPr>
          <p:nvPr/>
        </p:nvSpPr>
        <p:spPr>
          <a:xfrm>
            <a:off x="12356442" y="1568689"/>
            <a:ext cx="1231364" cy="1231364"/>
          </a:xfrm>
          <a:prstGeom prst="roundRect">
            <a:avLst>
              <a:gd name="adj" fmla="val 619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SVPWM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592EF24-4962-D75F-8E55-F1FDF163CFAA}"/>
              </a:ext>
            </a:extLst>
          </p:cNvPr>
          <p:cNvSpPr/>
          <p:nvPr/>
        </p:nvSpPr>
        <p:spPr>
          <a:xfrm>
            <a:off x="14237239" y="1568689"/>
            <a:ext cx="1231200" cy="1231200"/>
          </a:xfrm>
          <a:prstGeom prst="roundRect">
            <a:avLst>
              <a:gd name="adj" fmla="val 619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46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87F5032-22E4-15C0-6EC2-C71867FF332A}"/>
                  </a:ext>
                </a:extLst>
              </p:cNvPr>
              <p:cNvSpPr txBox="1"/>
              <p:nvPr/>
            </p:nvSpPr>
            <p:spPr>
              <a:xfrm>
                <a:off x="9905357" y="1504484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i="0" dirty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α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87F5032-22E4-15C0-6EC2-C71867FF3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357" y="1504484"/>
                <a:ext cx="304800" cy="307777"/>
              </a:xfrm>
              <a:prstGeom prst="rect">
                <a:avLst/>
              </a:prstGeom>
              <a:blipFill>
                <a:blip r:embed="rId19"/>
                <a:stretch>
                  <a:fillRect r="-6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0C636D9-70C1-3292-F3B9-80D2CA00002A}"/>
                  </a:ext>
                </a:extLst>
              </p:cNvPr>
              <p:cNvSpPr txBox="1"/>
              <p:nvPr/>
            </p:nvSpPr>
            <p:spPr>
              <a:xfrm>
                <a:off x="9905357" y="2237191"/>
                <a:ext cx="304800" cy="335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0C636D9-70C1-3292-F3B9-80D2CA000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357" y="2237191"/>
                <a:ext cx="304800" cy="335733"/>
              </a:xfrm>
              <a:prstGeom prst="rect">
                <a:avLst/>
              </a:prstGeom>
              <a:blipFill>
                <a:blip r:embed="rId20"/>
                <a:stretch>
                  <a:fillRect r="-8000" b="-36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821AD72-9801-8210-6E51-D88E64785009}"/>
              </a:ext>
            </a:extLst>
          </p:cNvPr>
          <p:cNvCxnSpPr>
            <a:cxnSpLocks/>
          </p:cNvCxnSpPr>
          <p:nvPr/>
        </p:nvCxnSpPr>
        <p:spPr>
          <a:xfrm>
            <a:off x="9821001" y="1806193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62BDFF3-5C04-C6BC-B3FC-FB15C4817F8D}"/>
              </a:ext>
            </a:extLst>
          </p:cNvPr>
          <p:cNvCxnSpPr>
            <a:cxnSpLocks/>
          </p:cNvCxnSpPr>
          <p:nvPr/>
        </p:nvCxnSpPr>
        <p:spPr>
          <a:xfrm>
            <a:off x="9821001" y="2566890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87A0EF79-CB8D-23F0-926E-AE3FC851AAAB}"/>
              </a:ext>
            </a:extLst>
          </p:cNvPr>
          <p:cNvSpPr>
            <a:spLocks noChangeAspect="1"/>
          </p:cNvSpPr>
          <p:nvPr/>
        </p:nvSpPr>
        <p:spPr>
          <a:xfrm>
            <a:off x="8584687" y="1568689"/>
            <a:ext cx="1231364" cy="1231364"/>
          </a:xfrm>
          <a:prstGeom prst="roundRect">
            <a:avLst>
              <a:gd name="adj" fmla="val 619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Park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317AFB0-AA84-F84E-4129-74F164823E06}"/>
              </a:ext>
            </a:extLst>
          </p:cNvPr>
          <p:cNvCxnSpPr>
            <a:cxnSpLocks/>
          </p:cNvCxnSpPr>
          <p:nvPr/>
        </p:nvCxnSpPr>
        <p:spPr>
          <a:xfrm flipH="1">
            <a:off x="11865836" y="4216440"/>
            <a:ext cx="2361081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D85973C7-BEE6-2AED-289A-C10B4730B809}"/>
              </a:ext>
            </a:extLst>
          </p:cNvPr>
          <p:cNvCxnSpPr>
            <a:cxnSpLocks/>
          </p:cNvCxnSpPr>
          <p:nvPr/>
        </p:nvCxnSpPr>
        <p:spPr>
          <a:xfrm flipH="1">
            <a:off x="11863455" y="4949887"/>
            <a:ext cx="2363621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5EC5548-B486-AFE5-9E77-281E4328447E}"/>
                  </a:ext>
                </a:extLst>
              </p:cNvPr>
              <p:cNvSpPr txBox="1"/>
              <p:nvPr/>
            </p:nvSpPr>
            <p:spPr>
              <a:xfrm>
                <a:off x="12906672" y="3916953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5EC5548-B486-AFE5-9E77-281E43284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6672" y="3916953"/>
                <a:ext cx="304800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F332451-58AF-EDC2-C255-B2D34882CA77}"/>
                  </a:ext>
                </a:extLst>
              </p:cNvPr>
              <p:cNvSpPr txBox="1"/>
              <p:nvPr/>
            </p:nvSpPr>
            <p:spPr>
              <a:xfrm>
                <a:off x="12911434" y="4632837"/>
                <a:ext cx="304800" cy="326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F332451-58AF-EDC2-C255-B2D34882C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1434" y="4632837"/>
                <a:ext cx="304800" cy="326949"/>
              </a:xfrm>
              <a:prstGeom prst="rect">
                <a:avLst/>
              </a:prstGeom>
              <a:blipFill>
                <a:blip r:embed="rId22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5A47DD6-E0DC-B0F2-7C7B-E420A0E20D30}"/>
              </a:ext>
            </a:extLst>
          </p:cNvPr>
          <p:cNvCxnSpPr>
            <a:stCxn id="63" idx="2"/>
            <a:endCxn id="64" idx="0"/>
          </p:cNvCxnSpPr>
          <p:nvPr/>
        </p:nvCxnSpPr>
        <p:spPr>
          <a:xfrm>
            <a:off x="17558158" y="4284690"/>
            <a:ext cx="1" cy="41871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AE6252B7-0B47-D446-EC58-3998F967477A}"/>
              </a:ext>
            </a:extLst>
          </p:cNvPr>
          <p:cNvSpPr/>
          <p:nvPr/>
        </p:nvSpPr>
        <p:spPr>
          <a:xfrm>
            <a:off x="3710805" y="1593860"/>
            <a:ext cx="1409421" cy="42480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 Controller</a:t>
            </a:r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26E1D680-016A-243E-3386-136555BA0F8F}"/>
              </a:ext>
            </a:extLst>
          </p:cNvPr>
          <p:cNvSpPr/>
          <p:nvPr/>
        </p:nvSpPr>
        <p:spPr>
          <a:xfrm>
            <a:off x="3710805" y="2324482"/>
            <a:ext cx="1409421" cy="42480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 Controller</a:t>
            </a:r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50BAC518-4969-8D68-1E4F-9B6446879155}"/>
                  </a:ext>
                </a:extLst>
              </p:cNvPr>
              <p:cNvSpPr txBox="1"/>
              <p:nvPr/>
            </p:nvSpPr>
            <p:spPr>
              <a:xfrm>
                <a:off x="6133457" y="1504484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50BAC518-4969-8D68-1E4F-9B6446879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457" y="1504484"/>
                <a:ext cx="304800" cy="307777"/>
              </a:xfrm>
              <a:prstGeom prst="rect">
                <a:avLst/>
              </a:prstGeom>
              <a:blipFill>
                <a:blip r:embed="rId23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C1203054-8853-4B5E-5D11-A8E5A28B9B3B}"/>
                  </a:ext>
                </a:extLst>
              </p:cNvPr>
              <p:cNvSpPr txBox="1"/>
              <p:nvPr/>
            </p:nvSpPr>
            <p:spPr>
              <a:xfrm>
                <a:off x="6133457" y="2217349"/>
                <a:ext cx="304800" cy="324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C1203054-8853-4B5E-5D11-A8E5A28B9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457" y="2217349"/>
                <a:ext cx="304800" cy="32438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2A883F1-56E0-FF51-8C48-2880A80E5F2A}"/>
              </a:ext>
            </a:extLst>
          </p:cNvPr>
          <p:cNvCxnSpPr>
            <a:cxnSpLocks/>
          </p:cNvCxnSpPr>
          <p:nvPr/>
        </p:nvCxnSpPr>
        <p:spPr>
          <a:xfrm>
            <a:off x="6049101" y="1806193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E9E4BB1E-3C86-A766-64B4-5F89701696B1}"/>
              </a:ext>
            </a:extLst>
          </p:cNvPr>
          <p:cNvCxnSpPr>
            <a:cxnSpLocks/>
          </p:cNvCxnSpPr>
          <p:nvPr/>
        </p:nvCxnSpPr>
        <p:spPr>
          <a:xfrm>
            <a:off x="6049101" y="2537523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84F7464F-909B-9E92-3E87-F9D98C534B02}"/>
                  </a:ext>
                </a:extLst>
              </p:cNvPr>
              <p:cNvSpPr/>
              <p:nvPr/>
            </p:nvSpPr>
            <p:spPr>
              <a:xfrm>
                <a:off x="8584687" y="3172026"/>
                <a:ext cx="1231364" cy="4248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CA" sz="1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11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(Electrical Angle)</a:t>
                </a:r>
              </a:p>
            </p:txBody>
          </p:sp>
        </mc:Choice>
        <mc:Fallback xmlns=""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84F7464F-909B-9E92-3E87-F9D98C534B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4687" y="3172026"/>
                <a:ext cx="1231364" cy="424802"/>
              </a:xfrm>
              <a:prstGeom prst="roundRect">
                <a:avLst/>
              </a:prstGeom>
              <a:blipFill>
                <a:blip r:embed="rId25"/>
                <a:stretch>
                  <a:fillRect b="-8219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876C695-8DF7-A639-AD69-462F5570ADB6}"/>
              </a:ext>
            </a:extLst>
          </p:cNvPr>
          <p:cNvCxnSpPr>
            <a:stCxn id="141" idx="0"/>
            <a:endCxn id="96" idx="2"/>
          </p:cNvCxnSpPr>
          <p:nvPr/>
        </p:nvCxnSpPr>
        <p:spPr>
          <a:xfrm flipV="1">
            <a:off x="9200369" y="2800053"/>
            <a:ext cx="0" cy="371973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Rectangle: Rounded Corners 144">
                <a:extLst>
                  <a:ext uri="{FF2B5EF4-FFF2-40B4-BE49-F238E27FC236}">
                    <a16:creationId xmlns:a16="http://schemas.microsoft.com/office/drawing/2014/main" id="{48299944-14A2-5DD1-BF41-C465B4BD9B14}"/>
                  </a:ext>
                </a:extLst>
              </p:cNvPr>
              <p:cNvSpPr/>
              <p:nvPr/>
            </p:nvSpPr>
            <p:spPr>
              <a:xfrm>
                <a:off x="10632456" y="5568049"/>
                <a:ext cx="1231364" cy="4248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sz="1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CA" sz="11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11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(Electrical Angle)</a:t>
                </a:r>
              </a:p>
            </p:txBody>
          </p:sp>
        </mc:Choice>
        <mc:Fallback xmlns="">
          <p:sp>
            <p:nvSpPr>
              <p:cNvPr id="145" name="Rectangle: Rounded Corners 144">
                <a:extLst>
                  <a:ext uri="{FF2B5EF4-FFF2-40B4-BE49-F238E27FC236}">
                    <a16:creationId xmlns:a16="http://schemas.microsoft.com/office/drawing/2014/main" id="{48299944-14A2-5DD1-BF41-C465B4BD9B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2456" y="5568049"/>
                <a:ext cx="1231364" cy="424802"/>
              </a:xfrm>
              <a:prstGeom prst="roundRect">
                <a:avLst/>
              </a:prstGeom>
              <a:blipFill>
                <a:blip r:embed="rId25"/>
                <a:stretch>
                  <a:fillRect b="-8219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03ECC975-04BC-3C46-22F1-D0391C427407}"/>
              </a:ext>
            </a:extLst>
          </p:cNvPr>
          <p:cNvCxnSpPr>
            <a:stCxn id="145" idx="0"/>
          </p:cNvCxnSpPr>
          <p:nvPr/>
        </p:nvCxnSpPr>
        <p:spPr>
          <a:xfrm flipV="1">
            <a:off x="11248138" y="5196076"/>
            <a:ext cx="0" cy="371973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1E99AAFA-1915-2EFA-A985-9BE09C11EE9B}"/>
              </a:ext>
            </a:extLst>
          </p:cNvPr>
          <p:cNvSpPr>
            <a:spLocks noChangeAspect="1"/>
          </p:cNvSpPr>
          <p:nvPr/>
        </p:nvSpPr>
        <p:spPr>
          <a:xfrm>
            <a:off x="14237239" y="3972253"/>
            <a:ext cx="1231364" cy="1231364"/>
          </a:xfrm>
          <a:prstGeom prst="roundRect">
            <a:avLst>
              <a:gd name="adj" fmla="val 619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Clarke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530CB936-B083-5858-DFF1-E95C3182DDA3}"/>
              </a:ext>
            </a:extLst>
          </p:cNvPr>
          <p:cNvSpPr>
            <a:spLocks noChangeAspect="1"/>
          </p:cNvSpPr>
          <p:nvPr/>
        </p:nvSpPr>
        <p:spPr>
          <a:xfrm>
            <a:off x="2935147" y="1679911"/>
            <a:ext cx="252450" cy="252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C8FCF78-1280-5A20-FD97-70DE029FA688}"/>
              </a:ext>
            </a:extLst>
          </p:cNvPr>
          <p:cNvSpPr txBox="1"/>
          <p:nvPr/>
        </p:nvSpPr>
        <p:spPr>
          <a:xfrm>
            <a:off x="2739755" y="1479842"/>
            <a:ext cx="177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+</a:t>
            </a:r>
            <a:endParaRPr lang="en-CA" sz="28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26C9AED-8267-6141-DFDA-E0C6BBC5CA5E}"/>
              </a:ext>
            </a:extLst>
          </p:cNvPr>
          <p:cNvSpPr txBox="1"/>
          <p:nvPr/>
        </p:nvSpPr>
        <p:spPr>
          <a:xfrm>
            <a:off x="3113869" y="1745190"/>
            <a:ext cx="202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_</a:t>
            </a:r>
            <a:endParaRPr lang="en-CA" sz="2000" b="1" dirty="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EF9772A2-FF89-CF5F-BA4E-D5FD4669080A}"/>
              </a:ext>
            </a:extLst>
          </p:cNvPr>
          <p:cNvSpPr>
            <a:spLocks noChangeAspect="1"/>
          </p:cNvSpPr>
          <p:nvPr/>
        </p:nvSpPr>
        <p:spPr>
          <a:xfrm>
            <a:off x="2071129" y="2410882"/>
            <a:ext cx="252450" cy="252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94686C0-5624-B1DC-B049-156BF4520E33}"/>
              </a:ext>
            </a:extLst>
          </p:cNvPr>
          <p:cNvSpPr txBox="1"/>
          <p:nvPr/>
        </p:nvSpPr>
        <p:spPr>
          <a:xfrm>
            <a:off x="1858068" y="2240821"/>
            <a:ext cx="177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+</a:t>
            </a:r>
            <a:endParaRPr lang="en-CA" sz="28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9556443-4557-85B5-5C43-309D540AEEAF}"/>
              </a:ext>
            </a:extLst>
          </p:cNvPr>
          <p:cNvSpPr txBox="1"/>
          <p:nvPr/>
        </p:nvSpPr>
        <p:spPr>
          <a:xfrm>
            <a:off x="2243480" y="2461335"/>
            <a:ext cx="202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_</a:t>
            </a:r>
            <a:endParaRPr lang="en-CA" sz="2000" b="1" dirty="0"/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1CFE0B27-D0FC-00A0-EC85-D16007969495}"/>
              </a:ext>
            </a:extLst>
          </p:cNvPr>
          <p:cNvCxnSpPr>
            <a:stCxn id="172" idx="6"/>
            <a:endCxn id="132" idx="1"/>
          </p:cNvCxnSpPr>
          <p:nvPr/>
        </p:nvCxnSpPr>
        <p:spPr>
          <a:xfrm>
            <a:off x="2323579" y="2536882"/>
            <a:ext cx="1387226" cy="1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B8E39D0D-BF4D-D834-8CD7-3BDEC111E741}"/>
              </a:ext>
            </a:extLst>
          </p:cNvPr>
          <p:cNvCxnSpPr>
            <a:stCxn id="164" idx="6"/>
            <a:endCxn id="130" idx="1"/>
          </p:cNvCxnSpPr>
          <p:nvPr/>
        </p:nvCxnSpPr>
        <p:spPr>
          <a:xfrm>
            <a:off x="3187597" y="1805911"/>
            <a:ext cx="523208" cy="350"/>
          </a:xfrm>
          <a:prstGeom prst="straightConnector1">
            <a:avLst/>
          </a:prstGeom>
          <a:ln>
            <a:solidFill>
              <a:schemeClr val="tx1"/>
            </a:solidFill>
            <a:headEnd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25D892B0-65AA-DFA6-541D-21EAF220573E}"/>
              </a:ext>
            </a:extLst>
          </p:cNvPr>
          <p:cNvCxnSpPr>
            <a:cxnSpLocks/>
            <a:endCxn id="164" idx="4"/>
          </p:cNvCxnSpPr>
          <p:nvPr/>
        </p:nvCxnSpPr>
        <p:spPr>
          <a:xfrm rot="10800000">
            <a:off x="3061372" y="1931912"/>
            <a:ext cx="7559486" cy="2284529"/>
          </a:xfrm>
          <a:prstGeom prst="bentConnector2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92E31983-E28F-A960-816D-B52640928B1D}"/>
              </a:ext>
            </a:extLst>
          </p:cNvPr>
          <p:cNvCxnSpPr>
            <a:cxnSpLocks/>
            <a:endCxn id="172" idx="4"/>
          </p:cNvCxnSpPr>
          <p:nvPr/>
        </p:nvCxnSpPr>
        <p:spPr>
          <a:xfrm rot="10800000">
            <a:off x="2197354" y="2662882"/>
            <a:ext cx="8423504" cy="22845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26E0CF4D-B25B-5071-8AD9-397CCB2BA0AF}"/>
              </a:ext>
            </a:extLst>
          </p:cNvPr>
          <p:cNvSpPr>
            <a:spLocks noChangeAspect="1"/>
          </p:cNvSpPr>
          <p:nvPr/>
        </p:nvSpPr>
        <p:spPr>
          <a:xfrm>
            <a:off x="10632456" y="3972253"/>
            <a:ext cx="1231364" cy="1231364"/>
          </a:xfrm>
          <a:prstGeom prst="roundRect">
            <a:avLst>
              <a:gd name="adj" fmla="val 619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(α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A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AB2307D5-2FD0-4EEB-3F19-7FAA0528DBEE}"/>
              </a:ext>
            </a:extLst>
          </p:cNvPr>
          <p:cNvCxnSpPr>
            <a:cxnSpLocks/>
            <a:endCxn id="172" idx="2"/>
          </p:cNvCxnSpPr>
          <p:nvPr/>
        </p:nvCxnSpPr>
        <p:spPr>
          <a:xfrm>
            <a:off x="1402493" y="2536882"/>
            <a:ext cx="6686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6B53A215-F02F-7F0D-8731-0643808CA9B7}"/>
              </a:ext>
            </a:extLst>
          </p:cNvPr>
          <p:cNvCxnSpPr>
            <a:cxnSpLocks/>
            <a:endCxn id="164" idx="2"/>
          </p:cNvCxnSpPr>
          <p:nvPr/>
        </p:nvCxnSpPr>
        <p:spPr>
          <a:xfrm>
            <a:off x="1392258" y="1803303"/>
            <a:ext cx="1542889" cy="2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13433988-653C-8DB3-2C68-D1FA5C468346}"/>
                  </a:ext>
                </a:extLst>
              </p:cNvPr>
              <p:cNvSpPr txBox="1"/>
              <p:nvPr/>
            </p:nvSpPr>
            <p:spPr>
              <a:xfrm>
                <a:off x="1060810" y="1649414"/>
                <a:ext cx="304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13433988-653C-8DB3-2C68-D1FA5C468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10" y="1649414"/>
                <a:ext cx="304800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1AF226F3-0B10-7E99-7F7F-BA0048598D8B}"/>
                  </a:ext>
                </a:extLst>
              </p:cNvPr>
              <p:cNvSpPr txBox="1"/>
              <p:nvPr/>
            </p:nvSpPr>
            <p:spPr>
              <a:xfrm>
                <a:off x="1100789" y="2373198"/>
                <a:ext cx="304800" cy="324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1AF226F3-0B10-7E99-7F7F-BA0048598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789" y="2373198"/>
                <a:ext cx="304800" cy="32438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A6D389-9859-96CD-36E5-AA227F95D1E9}"/>
              </a:ext>
            </a:extLst>
          </p:cNvPr>
          <p:cNvSpPr/>
          <p:nvPr/>
        </p:nvSpPr>
        <p:spPr>
          <a:xfrm>
            <a:off x="4583078" y="5321508"/>
            <a:ext cx="1409421" cy="42480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System</a:t>
            </a:r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883BDD5-F10F-1FD8-17BA-89E602246AF9}"/>
              </a:ext>
            </a:extLst>
          </p:cNvPr>
          <p:cNvSpPr/>
          <p:nvPr/>
        </p:nvSpPr>
        <p:spPr>
          <a:xfrm>
            <a:off x="6517504" y="5321508"/>
            <a:ext cx="1409421" cy="4248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BCE907-3D3B-AFC4-D341-6303C2308864}"/>
              </a:ext>
            </a:extLst>
          </p:cNvPr>
          <p:cNvSpPr/>
          <p:nvPr/>
        </p:nvSpPr>
        <p:spPr>
          <a:xfrm>
            <a:off x="8451930" y="5321507"/>
            <a:ext cx="1409421" cy="4248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AEB6BFE-289E-4AA6-0295-C6178324D3EA}"/>
              </a:ext>
            </a:extLst>
          </p:cNvPr>
          <p:cNvSpPr>
            <a:spLocks noChangeAspect="1"/>
          </p:cNvSpPr>
          <p:nvPr/>
        </p:nvSpPr>
        <p:spPr>
          <a:xfrm>
            <a:off x="5790257" y="1679911"/>
            <a:ext cx="252450" cy="252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A8BF07-3938-0EB6-72BF-ACE2AF4BC5C9}"/>
              </a:ext>
            </a:extLst>
          </p:cNvPr>
          <p:cNvSpPr txBox="1"/>
          <p:nvPr/>
        </p:nvSpPr>
        <p:spPr>
          <a:xfrm>
            <a:off x="5594865" y="1479842"/>
            <a:ext cx="177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+</a:t>
            </a:r>
            <a:endParaRPr lang="en-CA" sz="28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BDDEB8-75FC-7099-3925-4ED4CDE33C18}"/>
              </a:ext>
            </a:extLst>
          </p:cNvPr>
          <p:cNvCxnSpPr>
            <a:cxnSpLocks/>
          </p:cNvCxnSpPr>
          <p:nvPr/>
        </p:nvCxnSpPr>
        <p:spPr>
          <a:xfrm>
            <a:off x="5131505" y="1805911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E371127E-0331-F5F7-1D24-AAFCEF03AFC3}"/>
              </a:ext>
            </a:extLst>
          </p:cNvPr>
          <p:cNvSpPr>
            <a:spLocks noChangeAspect="1"/>
          </p:cNvSpPr>
          <p:nvPr/>
        </p:nvSpPr>
        <p:spPr>
          <a:xfrm>
            <a:off x="5785446" y="2409390"/>
            <a:ext cx="252450" cy="252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55CCCC-A19B-FAC8-8644-6796649C0417}"/>
              </a:ext>
            </a:extLst>
          </p:cNvPr>
          <p:cNvSpPr txBox="1"/>
          <p:nvPr/>
        </p:nvSpPr>
        <p:spPr>
          <a:xfrm>
            <a:off x="5593060" y="2213968"/>
            <a:ext cx="177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+</a:t>
            </a:r>
            <a:endParaRPr lang="en-CA" sz="28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135ECA-3931-5432-A0AD-04555DB8869C}"/>
              </a:ext>
            </a:extLst>
          </p:cNvPr>
          <p:cNvCxnSpPr>
            <a:cxnSpLocks/>
          </p:cNvCxnSpPr>
          <p:nvPr/>
        </p:nvCxnSpPr>
        <p:spPr>
          <a:xfrm>
            <a:off x="5129700" y="2540037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011C7877-FD0D-DC1B-FB6A-84B1834469F8}"/>
                  </a:ext>
                </a:extLst>
              </p:cNvPr>
              <p:cNvSpPr/>
              <p:nvPr/>
            </p:nvSpPr>
            <p:spPr>
              <a:xfrm>
                <a:off x="5300800" y="746907"/>
                <a:ext cx="1231364" cy="424802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tx2">
                    <a:lumMod val="75000"/>
                    <a:lumOff val="25000"/>
                  </a:schemeClr>
                </a:solidFill>
                <a:tailEnd w="med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Feedforward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1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011C7877-FD0D-DC1B-FB6A-84B183446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800" y="746907"/>
                <a:ext cx="1231364" cy="424802"/>
              </a:xfrm>
              <a:prstGeom prst="roundRect">
                <a:avLst/>
              </a:prstGeom>
              <a:blipFill>
                <a:blip r:embed="rId28"/>
                <a:stretch>
                  <a:fillRect t="-1389"/>
                </a:stretch>
              </a:blipFill>
              <a:ln w="19050">
                <a:solidFill>
                  <a:schemeClr val="tx2">
                    <a:lumMod val="75000"/>
                    <a:lumOff val="25000"/>
                  </a:schemeClr>
                </a:solidFill>
                <a:tailEnd w="med" len="lg"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42F009-EC7A-415C-B407-E45ED6E2E27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916482" y="1171709"/>
            <a:ext cx="0" cy="50400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96C720A-B7D9-6BE2-0690-5EB315D0E098}"/>
              </a:ext>
            </a:extLst>
          </p:cNvPr>
          <p:cNvSpPr txBox="1"/>
          <p:nvPr/>
        </p:nvSpPr>
        <p:spPr>
          <a:xfrm>
            <a:off x="5956822" y="1479838"/>
            <a:ext cx="177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+</a:t>
            </a:r>
            <a:endParaRPr lang="en-CA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29F44B4-E1E1-4543-8F0B-E3D612AB4D37}"/>
                  </a:ext>
                </a:extLst>
              </p:cNvPr>
              <p:cNvSpPr/>
              <p:nvPr/>
            </p:nvSpPr>
            <p:spPr>
              <a:xfrm>
                <a:off x="5297990" y="3165967"/>
                <a:ext cx="1231364" cy="424802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Feedforward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lang="en-US" sz="11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29F44B4-E1E1-4543-8F0B-E3D612AB4D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990" y="3165967"/>
                <a:ext cx="1231364" cy="424802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 w="190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E710BB-FB78-C6FE-1CE4-BD83B690F8DD}"/>
              </a:ext>
            </a:extLst>
          </p:cNvPr>
          <p:cNvCxnSpPr>
            <a:stCxn id="13" idx="0"/>
            <a:endCxn id="25" idx="4"/>
          </p:cNvCxnSpPr>
          <p:nvPr/>
        </p:nvCxnSpPr>
        <p:spPr>
          <a:xfrm flipH="1" flipV="1">
            <a:off x="5911671" y="2661390"/>
            <a:ext cx="2001" cy="504577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5A25A8A-FE8C-3B3B-7396-8C1250FF0E58}"/>
              </a:ext>
            </a:extLst>
          </p:cNvPr>
          <p:cNvSpPr txBox="1"/>
          <p:nvPr/>
        </p:nvSpPr>
        <p:spPr>
          <a:xfrm>
            <a:off x="5975833" y="2543141"/>
            <a:ext cx="177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+</a:t>
            </a:r>
            <a:endParaRPr lang="en-CA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CEFAFE-3B82-D97E-78C1-1BDB01D7DFEE}"/>
                  </a:ext>
                </a:extLst>
              </p:cNvPr>
              <p:cNvSpPr txBox="1"/>
              <p:nvPr/>
            </p:nvSpPr>
            <p:spPr>
              <a:xfrm>
                <a:off x="7954400" y="1504484"/>
                <a:ext cx="304800" cy="322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𝑠𝑎𝑡</m:t>
                          </m:r>
                        </m:sub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CEFAFE-3B82-D97E-78C1-1BDB01D7D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400" y="1504484"/>
                <a:ext cx="304800" cy="322845"/>
              </a:xfrm>
              <a:prstGeom prst="rect">
                <a:avLst/>
              </a:prstGeom>
              <a:blipFill>
                <a:blip r:embed="rId30"/>
                <a:stretch>
                  <a:fillRect r="-76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2779DB-9EA1-9B68-79CC-9C77E6451159}"/>
                  </a:ext>
                </a:extLst>
              </p:cNvPr>
              <p:cNvSpPr txBox="1"/>
              <p:nvPr/>
            </p:nvSpPr>
            <p:spPr>
              <a:xfrm>
                <a:off x="7941700" y="2237191"/>
                <a:ext cx="304800" cy="329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sat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2779DB-9EA1-9B68-79CC-9C77E6451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00" y="2237191"/>
                <a:ext cx="304800" cy="329064"/>
              </a:xfrm>
              <a:prstGeom prst="rect">
                <a:avLst/>
              </a:prstGeom>
              <a:blipFill>
                <a:blip r:embed="rId31"/>
                <a:stretch>
                  <a:fillRect r="-7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4093AA-D09B-88FA-F187-87CF36C8E740}"/>
              </a:ext>
            </a:extLst>
          </p:cNvPr>
          <p:cNvCxnSpPr>
            <a:cxnSpLocks/>
          </p:cNvCxnSpPr>
          <p:nvPr/>
        </p:nvCxnSpPr>
        <p:spPr>
          <a:xfrm>
            <a:off x="7933544" y="1806193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01ACE9-3AE1-EC54-AD62-932D7652A471}"/>
              </a:ext>
            </a:extLst>
          </p:cNvPr>
          <p:cNvCxnSpPr>
            <a:cxnSpLocks/>
          </p:cNvCxnSpPr>
          <p:nvPr/>
        </p:nvCxnSpPr>
        <p:spPr>
          <a:xfrm>
            <a:off x="7933544" y="2566890"/>
            <a:ext cx="648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655FCA-0336-CE24-B8B2-373178ECBFC3}"/>
              </a:ext>
            </a:extLst>
          </p:cNvPr>
          <p:cNvSpPr>
            <a:spLocks noChangeAspect="1"/>
          </p:cNvSpPr>
          <p:nvPr/>
        </p:nvSpPr>
        <p:spPr>
          <a:xfrm>
            <a:off x="6697230" y="1568689"/>
            <a:ext cx="1231364" cy="1231364"/>
          </a:xfrm>
          <a:prstGeom prst="roundRect">
            <a:avLst>
              <a:gd name="adj" fmla="val 6196"/>
            </a:avLst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Limiting &amp; Anti-Windup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419EBBC-2800-E5DB-90F0-B6ACC34F1D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987291" y="2292389"/>
            <a:ext cx="648001" cy="48600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F3F74100-3D35-8EED-35FF-543C90B32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573985" y="2064571"/>
            <a:ext cx="804444" cy="7240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B5F763B-DE25-DBD5-69DC-963823604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4262459" y="2034828"/>
            <a:ext cx="1181192" cy="71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91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1B4A-22CC-D638-12E4-611FB6019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B5D145-1FE9-E9F2-AE1A-4543877425A8}"/>
              </a:ext>
            </a:extLst>
          </p:cNvPr>
          <p:cNvSpPr/>
          <p:nvPr/>
        </p:nvSpPr>
        <p:spPr>
          <a:xfrm>
            <a:off x="9216256" y="2822585"/>
            <a:ext cx="1213620" cy="62864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C(s)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72E3D3-ED0C-0736-B5AC-A6F8820B15FC}"/>
              </a:ext>
            </a:extLst>
          </p:cNvPr>
          <p:cNvSpPr/>
          <p:nvPr/>
        </p:nvSpPr>
        <p:spPr>
          <a:xfrm>
            <a:off x="11705456" y="2822585"/>
            <a:ext cx="1213620" cy="6286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G(s)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8B3977-A2EC-22EA-8F42-38FB48B958C6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10429876" y="3136905"/>
            <a:ext cx="127558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D5F0E26-8FB6-F596-6944-2D98343D494B}"/>
              </a:ext>
            </a:extLst>
          </p:cNvPr>
          <p:cNvSpPr>
            <a:spLocks noChangeAspect="1"/>
          </p:cNvSpPr>
          <p:nvPr/>
        </p:nvSpPr>
        <p:spPr>
          <a:xfrm>
            <a:off x="7688226" y="3010905"/>
            <a:ext cx="252450" cy="252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12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8CD540-749E-6CD5-5ED0-EA8142970219}"/>
              </a:ext>
            </a:extLst>
          </p:cNvPr>
          <p:cNvSpPr txBox="1"/>
          <p:nvPr/>
        </p:nvSpPr>
        <p:spPr>
          <a:xfrm>
            <a:off x="7506702" y="2809885"/>
            <a:ext cx="177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+</a:t>
            </a:r>
            <a:endParaRPr lang="en-CA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139E5D-03BA-9E23-91A3-CA93730B89C5}"/>
              </a:ext>
            </a:extLst>
          </p:cNvPr>
          <p:cNvSpPr txBox="1"/>
          <p:nvPr/>
        </p:nvSpPr>
        <p:spPr>
          <a:xfrm>
            <a:off x="7880816" y="3056183"/>
            <a:ext cx="202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_</a:t>
            </a:r>
            <a:endParaRPr lang="en-CA" sz="2000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B8058BC-F12B-598D-7A06-E2F5B77BDAC9}"/>
              </a:ext>
            </a:extLst>
          </p:cNvPr>
          <p:cNvCxnSpPr>
            <a:stCxn id="22" idx="6"/>
            <a:endCxn id="6" idx="1"/>
          </p:cNvCxnSpPr>
          <p:nvPr/>
        </p:nvCxnSpPr>
        <p:spPr>
          <a:xfrm>
            <a:off x="7940676" y="3136905"/>
            <a:ext cx="127558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41EC34-EF81-6EE6-451C-C19DF5B0EAE0}"/>
              </a:ext>
            </a:extLst>
          </p:cNvPr>
          <p:cNvCxnSpPr>
            <a:stCxn id="22" idx="2"/>
          </p:cNvCxnSpPr>
          <p:nvPr/>
        </p:nvCxnSpPr>
        <p:spPr>
          <a:xfrm flipH="1">
            <a:off x="7053682" y="3136905"/>
            <a:ext cx="63454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27E29354-2576-F047-8CA0-9540D510A364}"/>
              </a:ext>
            </a:extLst>
          </p:cNvPr>
          <p:cNvCxnSpPr>
            <a:stCxn id="10" idx="3"/>
            <a:endCxn id="22" idx="4"/>
          </p:cNvCxnSpPr>
          <p:nvPr/>
        </p:nvCxnSpPr>
        <p:spPr>
          <a:xfrm flipH="1">
            <a:off x="7814451" y="3136905"/>
            <a:ext cx="5104625" cy="126000"/>
          </a:xfrm>
          <a:prstGeom prst="bentConnector4">
            <a:avLst>
              <a:gd name="adj1" fmla="val -10636"/>
              <a:gd name="adj2" fmla="val 559401"/>
            </a:avLst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7270A09-F56C-C80A-9E87-8BED291E256F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2919076" y="3136905"/>
            <a:ext cx="1275580" cy="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BCABED-745A-A13A-41F3-186ECD721924}"/>
                  </a:ext>
                </a:extLst>
              </p:cNvPr>
              <p:cNvSpPr txBox="1"/>
              <p:nvPr/>
            </p:nvSpPr>
            <p:spPr>
              <a:xfrm>
                <a:off x="14216766" y="2979162"/>
                <a:ext cx="4696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BCABED-745A-A13A-41F3-186ECD721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6766" y="2979162"/>
                <a:ext cx="469680" cy="276999"/>
              </a:xfrm>
              <a:prstGeom prst="rect">
                <a:avLst/>
              </a:prstGeom>
              <a:blipFill>
                <a:blip r:embed="rId2"/>
                <a:stretch>
                  <a:fillRect l="-11688" t="-4444" r="-19481" b="-3555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333461-EBDE-E24A-EE76-0069E5470A01}"/>
                  </a:ext>
                </a:extLst>
              </p:cNvPr>
              <p:cNvSpPr txBox="1"/>
              <p:nvPr/>
            </p:nvSpPr>
            <p:spPr>
              <a:xfrm>
                <a:off x="6561892" y="2979162"/>
                <a:ext cx="4809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333461-EBDE-E24A-EE76-0069E5470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892" y="2979162"/>
                <a:ext cx="480901" cy="276999"/>
              </a:xfrm>
              <a:prstGeom prst="rect">
                <a:avLst/>
              </a:prstGeom>
              <a:blipFill>
                <a:blip r:embed="rId3"/>
                <a:stretch>
                  <a:fillRect l="-11392" t="-4444" r="-18987" b="-3555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387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tailEnd type="triangle" w="med" len="lg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815</TotalTime>
  <Words>618</Words>
  <Application>Microsoft Office PowerPoint</Application>
  <PresentationFormat>Custom</PresentationFormat>
  <Paragraphs>370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Jonah St. Hilaire</dc:creator>
  <cp:lastModifiedBy>Jonah St. Hilaire</cp:lastModifiedBy>
  <cp:revision>5</cp:revision>
  <dcterms:created xsi:type="dcterms:W3CDTF">2026-06-12T20:02:55Z</dcterms:created>
  <dcterms:modified xsi:type="dcterms:W3CDTF">2026-10-29T21:54:00Z</dcterms:modified>
</cp:coreProperties>
</file>